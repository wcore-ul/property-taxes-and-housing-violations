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F3EB"/>
    <a:srgbClr val="A1FF1F"/>
    <a:srgbClr val="1F35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620" y="3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B5E2C-A2ED-D301-33AE-D3E69DBE72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FC35BC-C3C5-BC92-5594-7128BBAB68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95BA90-A2CB-EE77-4908-9930FBF95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67A2-4809-4238-85E1-7259AADF849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B241E-6138-BA8E-D17F-9BE258A18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7B59C-30AF-D771-DCD7-5B3AE9C1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C0C2F-8329-4DE4-B20A-51031EA8A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734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8B915-FCBD-F7BE-D286-D284E8C1C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B3C27-7F1A-8DB9-08F9-37063AF0C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E2AEA-8A36-C1AC-97FD-6E6AC8359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67A2-4809-4238-85E1-7259AADF849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57A88-534D-982C-C9E3-91B84D07C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63C9A-499F-B06F-FABC-5ACC57DFA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C0C2F-8329-4DE4-B20A-51031EA8A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870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202EF-3D17-2D76-4D82-2B7621CC3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E8430E-9D97-B5DE-B59F-A792AFA23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8D0E26-AAB7-AF26-8908-676B7870C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67A2-4809-4238-85E1-7259AADF849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43C8F-C1E0-9DE6-09E5-EC4EEF8A8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CF611-CBBB-03E3-B45A-070071B3D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C0C2F-8329-4DE4-B20A-51031EA8A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216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751C6-AA27-9644-3A1E-E2CB479FD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5D90D-8569-942D-851C-1F791FCE70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14968-3C2B-C8CB-53FA-5D7A57006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053F5-1DF6-34F4-F577-691068F4F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67A2-4809-4238-85E1-7259AADF849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C2B52-BC8F-A868-A630-48BB6A578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248AAA-7F8D-7D4B-9FC2-0C0C5B690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C0C2F-8329-4DE4-B20A-51031EA8A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28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E2F2F-5ACF-BF6E-AF66-5353C90E0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8DA5B2-87B5-1EB0-1858-1A937929D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D0CA41-B6B8-7648-A99D-6B1AE0BEC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99ED5B-76C8-4C0D-70C7-AAD2BFF13B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58FFA6-46C0-63AD-1807-0661AC0B22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8B11CF-564B-C05B-BEDC-4EB7FF87A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67A2-4809-4238-85E1-7259AADF849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9094E6-72AE-5BA2-C7E1-9710B9455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D5C0D2-8EF3-E02F-CD31-55816AB83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C0C2F-8329-4DE4-B20A-51031EA8A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896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49EB0-27F8-E829-54E2-F8ACDFF89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273E43-899F-0877-35CB-ED35B7649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67A2-4809-4238-85E1-7259AADF849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426B94-E62E-C887-C651-581CA9D56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350D6E-5194-2345-AB65-74F73F8E2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C0C2F-8329-4DE4-B20A-51031EA8A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398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EA02B7-C38F-84F2-DAAE-746ABF748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67A2-4809-4238-85E1-7259AADF849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F366C7-DC00-F90B-4C00-D75DEB3CD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20B16-3E3B-7D26-ECE5-0B778DD8D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C0C2F-8329-4DE4-B20A-51031EA8A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597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38C27-E8D8-0AFB-E878-0EBD7F1E7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0AD5E-2ADA-0418-3EC9-E6D00F053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8871E2-28F1-8845-5537-9B09F6A739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8D28D8-AED8-50B6-F671-C337F25C4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67A2-4809-4238-85E1-7259AADF849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58E12-09A5-F353-919A-4153D4ECA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BC8AF2-2586-879B-8764-52744AC71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C0C2F-8329-4DE4-B20A-51031EA8A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262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8BD65-10E5-AAF5-7F47-AB57B7D21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C7918A-569E-7FBD-DCA2-F2CAF19A2E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0757BA-9B52-6FB2-341C-D34677CA74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AFF34-3AF3-E648-D07A-5002B16EC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67A2-4809-4238-85E1-7259AADF849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6A77F-9DD5-1586-475F-1D4BA42C2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CC4F75-25F7-FA81-885E-74EE8675C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C0C2F-8329-4DE4-B20A-51031EA8A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574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07D07-41BB-4D2D-7EB6-17861EA07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C950A5-4C82-1315-1A4F-EBFA9DF9D6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04DEC-ACC8-19EB-95B0-A076E00BD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67A2-4809-4238-85E1-7259AADF849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82D53-A5CF-7207-CFF6-FF3104FC1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917B2-C98E-0B23-20F3-FE669C186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C0C2F-8329-4DE4-B20A-51031EA8A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504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5802D4-36B3-7CD2-C368-D1CA0F9039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78936D-BB6A-3F8F-6240-8B572A13EC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F7DDFF-3413-D229-AF8E-3F5FAA1E4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767A2-4809-4238-85E1-7259AADF849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4640E-7123-64F1-57B0-2F6F058A6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069A5-0DF5-9E91-D457-3C8D747D8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C0C2F-8329-4DE4-B20A-51031EA8A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205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BBE9BC-4113-2B2B-EFA6-D7D9E6AAC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D68850-FBFA-FA37-F688-A9871FB5C6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3CB94-135C-1CD7-0BE3-986F13A290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1767A2-4809-4238-85E1-7259AADF8496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1F316-5539-5B7B-9AD5-9427B5364B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3223E1-9D32-431D-E4BE-0960DFA9D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7C0C2F-8329-4DE4-B20A-51031EA8AF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438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public.tableau.com/views/EDA-WCOREPROJ/EdaList?:language=en-US&amp;:sid=&amp;:redirect=auth&amp;:display_count=n&amp;:origin=viz_share_link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7">
            <a:extLst>
              <a:ext uri="{FF2B5EF4-FFF2-40B4-BE49-F238E27FC236}">
                <a16:creationId xmlns:a16="http://schemas.microsoft.com/office/drawing/2014/main" id="{B9D5AC16-5947-A663-90F0-9E5891B4EFBA}"/>
              </a:ext>
            </a:extLst>
          </p:cNvPr>
          <p:cNvSpPr/>
          <p:nvPr/>
        </p:nvSpPr>
        <p:spPr>
          <a:xfrm rot="21411892">
            <a:off x="5137004" y="3500736"/>
            <a:ext cx="1917992" cy="1380343"/>
          </a:xfrm>
          <a:custGeom>
            <a:avLst/>
            <a:gdLst>
              <a:gd name="csX0" fmla="*/ 2 w 1897626"/>
              <a:gd name="csY0" fmla="*/ 543176 h 1422058"/>
              <a:gd name="csX1" fmla="*/ 948813 w 1897626"/>
              <a:gd name="csY1" fmla="*/ 0 h 1422058"/>
              <a:gd name="csX2" fmla="*/ 1897624 w 1897626"/>
              <a:gd name="csY2" fmla="*/ 543176 h 1422058"/>
              <a:gd name="csX3" fmla="*/ 1535210 w 1897626"/>
              <a:gd name="csY3" fmla="*/ 1422054 h 1422058"/>
              <a:gd name="csX4" fmla="*/ 362416 w 1897626"/>
              <a:gd name="csY4" fmla="*/ 1422054 h 1422058"/>
              <a:gd name="csX5" fmla="*/ 2 w 1897626"/>
              <a:gd name="csY5" fmla="*/ 543176 h 1422058"/>
              <a:gd name="csX0" fmla="*/ 0 w 1897622"/>
              <a:gd name="csY0" fmla="*/ 543176 h 1503103"/>
              <a:gd name="csX1" fmla="*/ 948811 w 1897622"/>
              <a:gd name="csY1" fmla="*/ 0 h 1503103"/>
              <a:gd name="csX2" fmla="*/ 1897622 w 1897622"/>
              <a:gd name="csY2" fmla="*/ 543176 h 1503103"/>
              <a:gd name="csX3" fmla="*/ 1670040 w 1897622"/>
              <a:gd name="csY3" fmla="*/ 1503103 h 1503103"/>
              <a:gd name="csX4" fmla="*/ 362414 w 1897622"/>
              <a:gd name="csY4" fmla="*/ 1422054 h 1503103"/>
              <a:gd name="csX5" fmla="*/ 0 w 1897622"/>
              <a:gd name="csY5" fmla="*/ 543176 h 1503103"/>
              <a:gd name="csX0" fmla="*/ 0 w 1897622"/>
              <a:gd name="csY0" fmla="*/ 543176 h 1422054"/>
              <a:gd name="csX1" fmla="*/ 948811 w 1897622"/>
              <a:gd name="csY1" fmla="*/ 0 h 1422054"/>
              <a:gd name="csX2" fmla="*/ 1897622 w 1897622"/>
              <a:gd name="csY2" fmla="*/ 543176 h 1422054"/>
              <a:gd name="csX3" fmla="*/ 1796632 w 1897622"/>
              <a:gd name="csY3" fmla="*/ 1349761 h 1422054"/>
              <a:gd name="csX4" fmla="*/ 362414 w 1897622"/>
              <a:gd name="csY4" fmla="*/ 1422054 h 1422054"/>
              <a:gd name="csX5" fmla="*/ 0 w 1897622"/>
              <a:gd name="csY5" fmla="*/ 543176 h 1422054"/>
              <a:gd name="csX0" fmla="*/ 0 w 1897622"/>
              <a:gd name="csY0" fmla="*/ 586968 h 1465846"/>
              <a:gd name="csX1" fmla="*/ 1009550 w 1897622"/>
              <a:gd name="csY1" fmla="*/ 0 h 1465846"/>
              <a:gd name="csX2" fmla="*/ 1897622 w 1897622"/>
              <a:gd name="csY2" fmla="*/ 586968 h 1465846"/>
              <a:gd name="csX3" fmla="*/ 1796632 w 1897622"/>
              <a:gd name="csY3" fmla="*/ 1393553 h 1465846"/>
              <a:gd name="csX4" fmla="*/ 362414 w 1897622"/>
              <a:gd name="csY4" fmla="*/ 1465846 h 1465846"/>
              <a:gd name="csX5" fmla="*/ 0 w 1897622"/>
              <a:gd name="csY5" fmla="*/ 586968 h 1465846"/>
              <a:gd name="csX0" fmla="*/ 0 w 1960019"/>
              <a:gd name="csY0" fmla="*/ 586968 h 1465846"/>
              <a:gd name="csX1" fmla="*/ 1009550 w 1960019"/>
              <a:gd name="csY1" fmla="*/ 0 h 1465846"/>
              <a:gd name="csX2" fmla="*/ 1960019 w 1960019"/>
              <a:gd name="csY2" fmla="*/ 578589 h 1465846"/>
              <a:gd name="csX3" fmla="*/ 1796632 w 1960019"/>
              <a:gd name="csY3" fmla="*/ 1393553 h 1465846"/>
              <a:gd name="csX4" fmla="*/ 362414 w 1960019"/>
              <a:gd name="csY4" fmla="*/ 1465846 h 1465846"/>
              <a:gd name="csX5" fmla="*/ 0 w 1960019"/>
              <a:gd name="csY5" fmla="*/ 586968 h 1465846"/>
              <a:gd name="csX0" fmla="*/ 0 w 1946479"/>
              <a:gd name="csY0" fmla="*/ 526275 h 1465846"/>
              <a:gd name="csX1" fmla="*/ 996010 w 1946479"/>
              <a:gd name="csY1" fmla="*/ 0 h 1465846"/>
              <a:gd name="csX2" fmla="*/ 1946479 w 1946479"/>
              <a:gd name="csY2" fmla="*/ 578589 h 1465846"/>
              <a:gd name="csX3" fmla="*/ 1783092 w 1946479"/>
              <a:gd name="csY3" fmla="*/ 1393553 h 1465846"/>
              <a:gd name="csX4" fmla="*/ 348874 w 1946479"/>
              <a:gd name="csY4" fmla="*/ 1465846 h 1465846"/>
              <a:gd name="csX5" fmla="*/ 0 w 1946479"/>
              <a:gd name="csY5" fmla="*/ 526275 h 1465846"/>
              <a:gd name="csX0" fmla="*/ 0 w 1946479"/>
              <a:gd name="csY0" fmla="*/ 526275 h 1393553"/>
              <a:gd name="csX1" fmla="*/ 996010 w 1946479"/>
              <a:gd name="csY1" fmla="*/ 0 h 1393553"/>
              <a:gd name="csX2" fmla="*/ 1946479 w 1946479"/>
              <a:gd name="csY2" fmla="*/ 578589 h 1393553"/>
              <a:gd name="csX3" fmla="*/ 1783092 w 1946479"/>
              <a:gd name="csY3" fmla="*/ 1393553 h 1393553"/>
              <a:gd name="csX4" fmla="*/ 209024 w 1946479"/>
              <a:gd name="csY4" fmla="*/ 1335893 h 1393553"/>
              <a:gd name="csX5" fmla="*/ 0 w 1946479"/>
              <a:gd name="csY5" fmla="*/ 526275 h 1393553"/>
              <a:gd name="csX0" fmla="*/ 103007 w 2049486"/>
              <a:gd name="csY0" fmla="*/ 526275 h 1464376"/>
              <a:gd name="csX1" fmla="*/ 1099017 w 2049486"/>
              <a:gd name="csY1" fmla="*/ 0 h 1464376"/>
              <a:gd name="csX2" fmla="*/ 2049486 w 2049486"/>
              <a:gd name="csY2" fmla="*/ 578589 h 1464376"/>
              <a:gd name="csX3" fmla="*/ 1886099 w 2049486"/>
              <a:gd name="csY3" fmla="*/ 1393553 h 1464376"/>
              <a:gd name="csX4" fmla="*/ 0 w 2049486"/>
              <a:gd name="csY4" fmla="*/ 1464376 h 1464376"/>
              <a:gd name="csX5" fmla="*/ 103007 w 2049486"/>
              <a:gd name="csY5" fmla="*/ 526275 h 1464376"/>
              <a:gd name="csX0" fmla="*/ 103007 w 2049486"/>
              <a:gd name="csY0" fmla="*/ 526275 h 1573268"/>
              <a:gd name="csX1" fmla="*/ 1099017 w 2049486"/>
              <a:gd name="csY1" fmla="*/ 0 h 1573268"/>
              <a:gd name="csX2" fmla="*/ 2049486 w 2049486"/>
              <a:gd name="csY2" fmla="*/ 578589 h 1573268"/>
              <a:gd name="csX3" fmla="*/ 2003895 w 2049486"/>
              <a:gd name="csY3" fmla="*/ 1573269 h 1573268"/>
              <a:gd name="csX4" fmla="*/ 0 w 2049486"/>
              <a:gd name="csY4" fmla="*/ 1464376 h 1573268"/>
              <a:gd name="csX5" fmla="*/ 103007 w 2049486"/>
              <a:gd name="csY5" fmla="*/ 526275 h 1573268"/>
              <a:gd name="csX0" fmla="*/ 103007 w 2295324"/>
              <a:gd name="csY0" fmla="*/ 526275 h 1573269"/>
              <a:gd name="csX1" fmla="*/ 1099017 w 2295324"/>
              <a:gd name="csY1" fmla="*/ 0 h 1573269"/>
              <a:gd name="csX2" fmla="*/ 2295323 w 2295324"/>
              <a:gd name="csY2" fmla="*/ 499538 h 1573269"/>
              <a:gd name="csX3" fmla="*/ 2003895 w 2295324"/>
              <a:gd name="csY3" fmla="*/ 1573269 h 1573269"/>
              <a:gd name="csX4" fmla="*/ 0 w 2295324"/>
              <a:gd name="csY4" fmla="*/ 1464376 h 1573269"/>
              <a:gd name="csX5" fmla="*/ 103007 w 2295324"/>
              <a:gd name="csY5" fmla="*/ 526275 h 1573269"/>
              <a:gd name="csX0" fmla="*/ 103007 w 2295323"/>
              <a:gd name="csY0" fmla="*/ 818112 h 1865106"/>
              <a:gd name="csX1" fmla="*/ 1114299 w 2295323"/>
              <a:gd name="csY1" fmla="*/ 0 h 1865106"/>
              <a:gd name="csX2" fmla="*/ 2295323 w 2295323"/>
              <a:gd name="csY2" fmla="*/ 791375 h 1865106"/>
              <a:gd name="csX3" fmla="*/ 2003895 w 2295323"/>
              <a:gd name="csY3" fmla="*/ 1865106 h 1865106"/>
              <a:gd name="csX4" fmla="*/ 0 w 2295323"/>
              <a:gd name="csY4" fmla="*/ 1756213 h 1865106"/>
              <a:gd name="csX5" fmla="*/ 103007 w 2295323"/>
              <a:gd name="csY5" fmla="*/ 818112 h 1865106"/>
              <a:gd name="csX0" fmla="*/ 0 w 2477769"/>
              <a:gd name="csY0" fmla="*/ 682012 h 1865106"/>
              <a:gd name="csX1" fmla="*/ 1296745 w 2477769"/>
              <a:gd name="csY1" fmla="*/ 0 h 1865106"/>
              <a:gd name="csX2" fmla="*/ 2477769 w 2477769"/>
              <a:gd name="csY2" fmla="*/ 791375 h 1865106"/>
              <a:gd name="csX3" fmla="*/ 2186341 w 2477769"/>
              <a:gd name="csY3" fmla="*/ 1865106 h 1865106"/>
              <a:gd name="csX4" fmla="*/ 182446 w 2477769"/>
              <a:gd name="csY4" fmla="*/ 1756213 h 1865106"/>
              <a:gd name="csX5" fmla="*/ 0 w 2477769"/>
              <a:gd name="csY5" fmla="*/ 682012 h 1865106"/>
              <a:gd name="csX0" fmla="*/ 0 w 2477769"/>
              <a:gd name="csY0" fmla="*/ 682012 h 1865106"/>
              <a:gd name="csX1" fmla="*/ 1296745 w 2477769"/>
              <a:gd name="csY1" fmla="*/ 0 h 1865106"/>
              <a:gd name="csX2" fmla="*/ 2477769 w 2477769"/>
              <a:gd name="csY2" fmla="*/ 791375 h 1865106"/>
              <a:gd name="csX3" fmla="*/ 2186341 w 2477769"/>
              <a:gd name="csY3" fmla="*/ 1865106 h 1865106"/>
              <a:gd name="csX4" fmla="*/ 195128 w 2477769"/>
              <a:gd name="csY4" fmla="*/ 1756941 h 1865106"/>
              <a:gd name="csX5" fmla="*/ 0 w 2477769"/>
              <a:gd name="csY5" fmla="*/ 682012 h 1865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77769" h="1865106">
                <a:moveTo>
                  <a:pt x="0" y="682012"/>
                </a:moveTo>
                <a:lnTo>
                  <a:pt x="1296745" y="0"/>
                </a:lnTo>
                <a:lnTo>
                  <a:pt x="2477769" y="791375"/>
                </a:lnTo>
                <a:lnTo>
                  <a:pt x="2186341" y="1865106"/>
                </a:lnTo>
                <a:lnTo>
                  <a:pt x="195128" y="1756941"/>
                </a:lnTo>
                <a:lnTo>
                  <a:pt x="0" y="682012"/>
                </a:lnTo>
                <a:close/>
              </a:path>
            </a:pathLst>
          </a:custGeom>
          <a:solidFill>
            <a:srgbClr val="A1F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Pentagon 7">
            <a:extLst>
              <a:ext uri="{FF2B5EF4-FFF2-40B4-BE49-F238E27FC236}">
                <a16:creationId xmlns:a16="http://schemas.microsoft.com/office/drawing/2014/main" id="{54EAC483-8581-1F93-C782-D1145C182FFF}"/>
              </a:ext>
            </a:extLst>
          </p:cNvPr>
          <p:cNvSpPr/>
          <p:nvPr/>
        </p:nvSpPr>
        <p:spPr>
          <a:xfrm rot="14294551">
            <a:off x="5832606" y="2319225"/>
            <a:ext cx="1917992" cy="1380343"/>
          </a:xfrm>
          <a:custGeom>
            <a:avLst/>
            <a:gdLst>
              <a:gd name="csX0" fmla="*/ 2 w 1897626"/>
              <a:gd name="csY0" fmla="*/ 543176 h 1422058"/>
              <a:gd name="csX1" fmla="*/ 948813 w 1897626"/>
              <a:gd name="csY1" fmla="*/ 0 h 1422058"/>
              <a:gd name="csX2" fmla="*/ 1897624 w 1897626"/>
              <a:gd name="csY2" fmla="*/ 543176 h 1422058"/>
              <a:gd name="csX3" fmla="*/ 1535210 w 1897626"/>
              <a:gd name="csY3" fmla="*/ 1422054 h 1422058"/>
              <a:gd name="csX4" fmla="*/ 362416 w 1897626"/>
              <a:gd name="csY4" fmla="*/ 1422054 h 1422058"/>
              <a:gd name="csX5" fmla="*/ 2 w 1897626"/>
              <a:gd name="csY5" fmla="*/ 543176 h 1422058"/>
              <a:gd name="csX0" fmla="*/ 0 w 1897622"/>
              <a:gd name="csY0" fmla="*/ 543176 h 1503103"/>
              <a:gd name="csX1" fmla="*/ 948811 w 1897622"/>
              <a:gd name="csY1" fmla="*/ 0 h 1503103"/>
              <a:gd name="csX2" fmla="*/ 1897622 w 1897622"/>
              <a:gd name="csY2" fmla="*/ 543176 h 1503103"/>
              <a:gd name="csX3" fmla="*/ 1670040 w 1897622"/>
              <a:gd name="csY3" fmla="*/ 1503103 h 1503103"/>
              <a:gd name="csX4" fmla="*/ 362414 w 1897622"/>
              <a:gd name="csY4" fmla="*/ 1422054 h 1503103"/>
              <a:gd name="csX5" fmla="*/ 0 w 1897622"/>
              <a:gd name="csY5" fmla="*/ 543176 h 1503103"/>
              <a:gd name="csX0" fmla="*/ 0 w 1897622"/>
              <a:gd name="csY0" fmla="*/ 543176 h 1422054"/>
              <a:gd name="csX1" fmla="*/ 948811 w 1897622"/>
              <a:gd name="csY1" fmla="*/ 0 h 1422054"/>
              <a:gd name="csX2" fmla="*/ 1897622 w 1897622"/>
              <a:gd name="csY2" fmla="*/ 543176 h 1422054"/>
              <a:gd name="csX3" fmla="*/ 1796632 w 1897622"/>
              <a:gd name="csY3" fmla="*/ 1349761 h 1422054"/>
              <a:gd name="csX4" fmla="*/ 362414 w 1897622"/>
              <a:gd name="csY4" fmla="*/ 1422054 h 1422054"/>
              <a:gd name="csX5" fmla="*/ 0 w 1897622"/>
              <a:gd name="csY5" fmla="*/ 543176 h 1422054"/>
              <a:gd name="csX0" fmla="*/ 0 w 1897622"/>
              <a:gd name="csY0" fmla="*/ 586968 h 1465846"/>
              <a:gd name="csX1" fmla="*/ 1009550 w 1897622"/>
              <a:gd name="csY1" fmla="*/ 0 h 1465846"/>
              <a:gd name="csX2" fmla="*/ 1897622 w 1897622"/>
              <a:gd name="csY2" fmla="*/ 586968 h 1465846"/>
              <a:gd name="csX3" fmla="*/ 1796632 w 1897622"/>
              <a:gd name="csY3" fmla="*/ 1393553 h 1465846"/>
              <a:gd name="csX4" fmla="*/ 362414 w 1897622"/>
              <a:gd name="csY4" fmla="*/ 1465846 h 1465846"/>
              <a:gd name="csX5" fmla="*/ 0 w 1897622"/>
              <a:gd name="csY5" fmla="*/ 586968 h 1465846"/>
              <a:gd name="csX0" fmla="*/ 0 w 1960019"/>
              <a:gd name="csY0" fmla="*/ 586968 h 1465846"/>
              <a:gd name="csX1" fmla="*/ 1009550 w 1960019"/>
              <a:gd name="csY1" fmla="*/ 0 h 1465846"/>
              <a:gd name="csX2" fmla="*/ 1960019 w 1960019"/>
              <a:gd name="csY2" fmla="*/ 578589 h 1465846"/>
              <a:gd name="csX3" fmla="*/ 1796632 w 1960019"/>
              <a:gd name="csY3" fmla="*/ 1393553 h 1465846"/>
              <a:gd name="csX4" fmla="*/ 362414 w 1960019"/>
              <a:gd name="csY4" fmla="*/ 1465846 h 1465846"/>
              <a:gd name="csX5" fmla="*/ 0 w 1960019"/>
              <a:gd name="csY5" fmla="*/ 586968 h 1465846"/>
              <a:gd name="csX0" fmla="*/ 0 w 1946479"/>
              <a:gd name="csY0" fmla="*/ 526275 h 1465846"/>
              <a:gd name="csX1" fmla="*/ 996010 w 1946479"/>
              <a:gd name="csY1" fmla="*/ 0 h 1465846"/>
              <a:gd name="csX2" fmla="*/ 1946479 w 1946479"/>
              <a:gd name="csY2" fmla="*/ 578589 h 1465846"/>
              <a:gd name="csX3" fmla="*/ 1783092 w 1946479"/>
              <a:gd name="csY3" fmla="*/ 1393553 h 1465846"/>
              <a:gd name="csX4" fmla="*/ 348874 w 1946479"/>
              <a:gd name="csY4" fmla="*/ 1465846 h 1465846"/>
              <a:gd name="csX5" fmla="*/ 0 w 1946479"/>
              <a:gd name="csY5" fmla="*/ 526275 h 1465846"/>
              <a:gd name="csX0" fmla="*/ 0 w 1946479"/>
              <a:gd name="csY0" fmla="*/ 526275 h 1393553"/>
              <a:gd name="csX1" fmla="*/ 996010 w 1946479"/>
              <a:gd name="csY1" fmla="*/ 0 h 1393553"/>
              <a:gd name="csX2" fmla="*/ 1946479 w 1946479"/>
              <a:gd name="csY2" fmla="*/ 578589 h 1393553"/>
              <a:gd name="csX3" fmla="*/ 1783092 w 1946479"/>
              <a:gd name="csY3" fmla="*/ 1393553 h 1393553"/>
              <a:gd name="csX4" fmla="*/ 209024 w 1946479"/>
              <a:gd name="csY4" fmla="*/ 1335893 h 1393553"/>
              <a:gd name="csX5" fmla="*/ 0 w 1946479"/>
              <a:gd name="csY5" fmla="*/ 526275 h 1393553"/>
              <a:gd name="csX0" fmla="*/ 103007 w 2049486"/>
              <a:gd name="csY0" fmla="*/ 526275 h 1464376"/>
              <a:gd name="csX1" fmla="*/ 1099017 w 2049486"/>
              <a:gd name="csY1" fmla="*/ 0 h 1464376"/>
              <a:gd name="csX2" fmla="*/ 2049486 w 2049486"/>
              <a:gd name="csY2" fmla="*/ 578589 h 1464376"/>
              <a:gd name="csX3" fmla="*/ 1886099 w 2049486"/>
              <a:gd name="csY3" fmla="*/ 1393553 h 1464376"/>
              <a:gd name="csX4" fmla="*/ 0 w 2049486"/>
              <a:gd name="csY4" fmla="*/ 1464376 h 1464376"/>
              <a:gd name="csX5" fmla="*/ 103007 w 2049486"/>
              <a:gd name="csY5" fmla="*/ 526275 h 1464376"/>
              <a:gd name="csX0" fmla="*/ 103007 w 2049486"/>
              <a:gd name="csY0" fmla="*/ 526275 h 1573268"/>
              <a:gd name="csX1" fmla="*/ 1099017 w 2049486"/>
              <a:gd name="csY1" fmla="*/ 0 h 1573268"/>
              <a:gd name="csX2" fmla="*/ 2049486 w 2049486"/>
              <a:gd name="csY2" fmla="*/ 578589 h 1573268"/>
              <a:gd name="csX3" fmla="*/ 2003895 w 2049486"/>
              <a:gd name="csY3" fmla="*/ 1573269 h 1573268"/>
              <a:gd name="csX4" fmla="*/ 0 w 2049486"/>
              <a:gd name="csY4" fmla="*/ 1464376 h 1573268"/>
              <a:gd name="csX5" fmla="*/ 103007 w 2049486"/>
              <a:gd name="csY5" fmla="*/ 526275 h 1573268"/>
              <a:gd name="csX0" fmla="*/ 103007 w 2295324"/>
              <a:gd name="csY0" fmla="*/ 526275 h 1573269"/>
              <a:gd name="csX1" fmla="*/ 1099017 w 2295324"/>
              <a:gd name="csY1" fmla="*/ 0 h 1573269"/>
              <a:gd name="csX2" fmla="*/ 2295323 w 2295324"/>
              <a:gd name="csY2" fmla="*/ 499538 h 1573269"/>
              <a:gd name="csX3" fmla="*/ 2003895 w 2295324"/>
              <a:gd name="csY3" fmla="*/ 1573269 h 1573269"/>
              <a:gd name="csX4" fmla="*/ 0 w 2295324"/>
              <a:gd name="csY4" fmla="*/ 1464376 h 1573269"/>
              <a:gd name="csX5" fmla="*/ 103007 w 2295324"/>
              <a:gd name="csY5" fmla="*/ 526275 h 1573269"/>
              <a:gd name="csX0" fmla="*/ 103007 w 2295323"/>
              <a:gd name="csY0" fmla="*/ 818112 h 1865106"/>
              <a:gd name="csX1" fmla="*/ 1114299 w 2295323"/>
              <a:gd name="csY1" fmla="*/ 0 h 1865106"/>
              <a:gd name="csX2" fmla="*/ 2295323 w 2295323"/>
              <a:gd name="csY2" fmla="*/ 791375 h 1865106"/>
              <a:gd name="csX3" fmla="*/ 2003895 w 2295323"/>
              <a:gd name="csY3" fmla="*/ 1865106 h 1865106"/>
              <a:gd name="csX4" fmla="*/ 0 w 2295323"/>
              <a:gd name="csY4" fmla="*/ 1756213 h 1865106"/>
              <a:gd name="csX5" fmla="*/ 103007 w 2295323"/>
              <a:gd name="csY5" fmla="*/ 818112 h 1865106"/>
              <a:gd name="csX0" fmla="*/ 0 w 2477769"/>
              <a:gd name="csY0" fmla="*/ 682012 h 1865106"/>
              <a:gd name="csX1" fmla="*/ 1296745 w 2477769"/>
              <a:gd name="csY1" fmla="*/ 0 h 1865106"/>
              <a:gd name="csX2" fmla="*/ 2477769 w 2477769"/>
              <a:gd name="csY2" fmla="*/ 791375 h 1865106"/>
              <a:gd name="csX3" fmla="*/ 2186341 w 2477769"/>
              <a:gd name="csY3" fmla="*/ 1865106 h 1865106"/>
              <a:gd name="csX4" fmla="*/ 182446 w 2477769"/>
              <a:gd name="csY4" fmla="*/ 1756213 h 1865106"/>
              <a:gd name="csX5" fmla="*/ 0 w 2477769"/>
              <a:gd name="csY5" fmla="*/ 682012 h 1865106"/>
              <a:gd name="csX0" fmla="*/ 0 w 2477769"/>
              <a:gd name="csY0" fmla="*/ 682012 h 1865106"/>
              <a:gd name="csX1" fmla="*/ 1296745 w 2477769"/>
              <a:gd name="csY1" fmla="*/ 0 h 1865106"/>
              <a:gd name="csX2" fmla="*/ 2477769 w 2477769"/>
              <a:gd name="csY2" fmla="*/ 791375 h 1865106"/>
              <a:gd name="csX3" fmla="*/ 2186341 w 2477769"/>
              <a:gd name="csY3" fmla="*/ 1865106 h 1865106"/>
              <a:gd name="csX4" fmla="*/ 195128 w 2477769"/>
              <a:gd name="csY4" fmla="*/ 1756941 h 1865106"/>
              <a:gd name="csX5" fmla="*/ 0 w 2477769"/>
              <a:gd name="csY5" fmla="*/ 682012 h 1865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77769" h="1865106">
                <a:moveTo>
                  <a:pt x="0" y="682012"/>
                </a:moveTo>
                <a:lnTo>
                  <a:pt x="1296745" y="0"/>
                </a:lnTo>
                <a:lnTo>
                  <a:pt x="2477769" y="791375"/>
                </a:lnTo>
                <a:lnTo>
                  <a:pt x="2186341" y="1865106"/>
                </a:lnTo>
                <a:lnTo>
                  <a:pt x="195128" y="1756941"/>
                </a:lnTo>
                <a:lnTo>
                  <a:pt x="0" y="682012"/>
                </a:lnTo>
                <a:close/>
              </a:path>
            </a:pathLst>
          </a:custGeom>
          <a:solidFill>
            <a:srgbClr val="A8F3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Pentagon 7">
            <a:extLst>
              <a:ext uri="{FF2B5EF4-FFF2-40B4-BE49-F238E27FC236}">
                <a16:creationId xmlns:a16="http://schemas.microsoft.com/office/drawing/2014/main" id="{5F45C8C1-9631-22FC-DF56-31D4B1B54F17}"/>
              </a:ext>
            </a:extLst>
          </p:cNvPr>
          <p:cNvSpPr/>
          <p:nvPr/>
        </p:nvSpPr>
        <p:spPr>
          <a:xfrm rot="7000034">
            <a:off x="4447083" y="2323044"/>
            <a:ext cx="1899834" cy="1380343"/>
          </a:xfrm>
          <a:custGeom>
            <a:avLst/>
            <a:gdLst>
              <a:gd name="csX0" fmla="*/ 2 w 1897626"/>
              <a:gd name="csY0" fmla="*/ 543176 h 1422058"/>
              <a:gd name="csX1" fmla="*/ 948813 w 1897626"/>
              <a:gd name="csY1" fmla="*/ 0 h 1422058"/>
              <a:gd name="csX2" fmla="*/ 1897624 w 1897626"/>
              <a:gd name="csY2" fmla="*/ 543176 h 1422058"/>
              <a:gd name="csX3" fmla="*/ 1535210 w 1897626"/>
              <a:gd name="csY3" fmla="*/ 1422054 h 1422058"/>
              <a:gd name="csX4" fmla="*/ 362416 w 1897626"/>
              <a:gd name="csY4" fmla="*/ 1422054 h 1422058"/>
              <a:gd name="csX5" fmla="*/ 2 w 1897626"/>
              <a:gd name="csY5" fmla="*/ 543176 h 1422058"/>
              <a:gd name="csX0" fmla="*/ 0 w 1897622"/>
              <a:gd name="csY0" fmla="*/ 543176 h 1503103"/>
              <a:gd name="csX1" fmla="*/ 948811 w 1897622"/>
              <a:gd name="csY1" fmla="*/ 0 h 1503103"/>
              <a:gd name="csX2" fmla="*/ 1897622 w 1897622"/>
              <a:gd name="csY2" fmla="*/ 543176 h 1503103"/>
              <a:gd name="csX3" fmla="*/ 1670040 w 1897622"/>
              <a:gd name="csY3" fmla="*/ 1503103 h 1503103"/>
              <a:gd name="csX4" fmla="*/ 362414 w 1897622"/>
              <a:gd name="csY4" fmla="*/ 1422054 h 1503103"/>
              <a:gd name="csX5" fmla="*/ 0 w 1897622"/>
              <a:gd name="csY5" fmla="*/ 543176 h 1503103"/>
              <a:gd name="csX0" fmla="*/ 0 w 1897622"/>
              <a:gd name="csY0" fmla="*/ 543176 h 1422054"/>
              <a:gd name="csX1" fmla="*/ 948811 w 1897622"/>
              <a:gd name="csY1" fmla="*/ 0 h 1422054"/>
              <a:gd name="csX2" fmla="*/ 1897622 w 1897622"/>
              <a:gd name="csY2" fmla="*/ 543176 h 1422054"/>
              <a:gd name="csX3" fmla="*/ 1796632 w 1897622"/>
              <a:gd name="csY3" fmla="*/ 1349761 h 1422054"/>
              <a:gd name="csX4" fmla="*/ 362414 w 1897622"/>
              <a:gd name="csY4" fmla="*/ 1422054 h 1422054"/>
              <a:gd name="csX5" fmla="*/ 0 w 1897622"/>
              <a:gd name="csY5" fmla="*/ 543176 h 1422054"/>
              <a:gd name="csX0" fmla="*/ 0 w 1897622"/>
              <a:gd name="csY0" fmla="*/ 586968 h 1465846"/>
              <a:gd name="csX1" fmla="*/ 1009550 w 1897622"/>
              <a:gd name="csY1" fmla="*/ 0 h 1465846"/>
              <a:gd name="csX2" fmla="*/ 1897622 w 1897622"/>
              <a:gd name="csY2" fmla="*/ 586968 h 1465846"/>
              <a:gd name="csX3" fmla="*/ 1796632 w 1897622"/>
              <a:gd name="csY3" fmla="*/ 1393553 h 1465846"/>
              <a:gd name="csX4" fmla="*/ 362414 w 1897622"/>
              <a:gd name="csY4" fmla="*/ 1465846 h 1465846"/>
              <a:gd name="csX5" fmla="*/ 0 w 1897622"/>
              <a:gd name="csY5" fmla="*/ 586968 h 1465846"/>
              <a:gd name="csX0" fmla="*/ 0 w 1960019"/>
              <a:gd name="csY0" fmla="*/ 586968 h 1465846"/>
              <a:gd name="csX1" fmla="*/ 1009550 w 1960019"/>
              <a:gd name="csY1" fmla="*/ 0 h 1465846"/>
              <a:gd name="csX2" fmla="*/ 1960019 w 1960019"/>
              <a:gd name="csY2" fmla="*/ 578589 h 1465846"/>
              <a:gd name="csX3" fmla="*/ 1796632 w 1960019"/>
              <a:gd name="csY3" fmla="*/ 1393553 h 1465846"/>
              <a:gd name="csX4" fmla="*/ 362414 w 1960019"/>
              <a:gd name="csY4" fmla="*/ 1465846 h 1465846"/>
              <a:gd name="csX5" fmla="*/ 0 w 1960019"/>
              <a:gd name="csY5" fmla="*/ 586968 h 1465846"/>
              <a:gd name="csX0" fmla="*/ 0 w 1946479"/>
              <a:gd name="csY0" fmla="*/ 526275 h 1465846"/>
              <a:gd name="csX1" fmla="*/ 996010 w 1946479"/>
              <a:gd name="csY1" fmla="*/ 0 h 1465846"/>
              <a:gd name="csX2" fmla="*/ 1946479 w 1946479"/>
              <a:gd name="csY2" fmla="*/ 578589 h 1465846"/>
              <a:gd name="csX3" fmla="*/ 1783092 w 1946479"/>
              <a:gd name="csY3" fmla="*/ 1393553 h 1465846"/>
              <a:gd name="csX4" fmla="*/ 348874 w 1946479"/>
              <a:gd name="csY4" fmla="*/ 1465846 h 1465846"/>
              <a:gd name="csX5" fmla="*/ 0 w 1946479"/>
              <a:gd name="csY5" fmla="*/ 526275 h 1465846"/>
              <a:gd name="csX0" fmla="*/ 0 w 1946479"/>
              <a:gd name="csY0" fmla="*/ 526275 h 1393553"/>
              <a:gd name="csX1" fmla="*/ 996010 w 1946479"/>
              <a:gd name="csY1" fmla="*/ 0 h 1393553"/>
              <a:gd name="csX2" fmla="*/ 1946479 w 1946479"/>
              <a:gd name="csY2" fmla="*/ 578589 h 1393553"/>
              <a:gd name="csX3" fmla="*/ 1783092 w 1946479"/>
              <a:gd name="csY3" fmla="*/ 1393553 h 1393553"/>
              <a:gd name="csX4" fmla="*/ 209024 w 1946479"/>
              <a:gd name="csY4" fmla="*/ 1335893 h 1393553"/>
              <a:gd name="csX5" fmla="*/ 0 w 1946479"/>
              <a:gd name="csY5" fmla="*/ 526275 h 1393553"/>
              <a:gd name="csX0" fmla="*/ 103007 w 2049486"/>
              <a:gd name="csY0" fmla="*/ 526275 h 1464376"/>
              <a:gd name="csX1" fmla="*/ 1099017 w 2049486"/>
              <a:gd name="csY1" fmla="*/ 0 h 1464376"/>
              <a:gd name="csX2" fmla="*/ 2049486 w 2049486"/>
              <a:gd name="csY2" fmla="*/ 578589 h 1464376"/>
              <a:gd name="csX3" fmla="*/ 1886099 w 2049486"/>
              <a:gd name="csY3" fmla="*/ 1393553 h 1464376"/>
              <a:gd name="csX4" fmla="*/ 0 w 2049486"/>
              <a:gd name="csY4" fmla="*/ 1464376 h 1464376"/>
              <a:gd name="csX5" fmla="*/ 103007 w 2049486"/>
              <a:gd name="csY5" fmla="*/ 526275 h 1464376"/>
              <a:gd name="csX0" fmla="*/ 103007 w 2049486"/>
              <a:gd name="csY0" fmla="*/ 526275 h 1573268"/>
              <a:gd name="csX1" fmla="*/ 1099017 w 2049486"/>
              <a:gd name="csY1" fmla="*/ 0 h 1573268"/>
              <a:gd name="csX2" fmla="*/ 2049486 w 2049486"/>
              <a:gd name="csY2" fmla="*/ 578589 h 1573268"/>
              <a:gd name="csX3" fmla="*/ 2003895 w 2049486"/>
              <a:gd name="csY3" fmla="*/ 1573269 h 1573268"/>
              <a:gd name="csX4" fmla="*/ 0 w 2049486"/>
              <a:gd name="csY4" fmla="*/ 1464376 h 1573268"/>
              <a:gd name="csX5" fmla="*/ 103007 w 2049486"/>
              <a:gd name="csY5" fmla="*/ 526275 h 1573268"/>
              <a:gd name="csX0" fmla="*/ 103007 w 2295324"/>
              <a:gd name="csY0" fmla="*/ 526275 h 1573269"/>
              <a:gd name="csX1" fmla="*/ 1099017 w 2295324"/>
              <a:gd name="csY1" fmla="*/ 0 h 1573269"/>
              <a:gd name="csX2" fmla="*/ 2295323 w 2295324"/>
              <a:gd name="csY2" fmla="*/ 499538 h 1573269"/>
              <a:gd name="csX3" fmla="*/ 2003895 w 2295324"/>
              <a:gd name="csY3" fmla="*/ 1573269 h 1573269"/>
              <a:gd name="csX4" fmla="*/ 0 w 2295324"/>
              <a:gd name="csY4" fmla="*/ 1464376 h 1573269"/>
              <a:gd name="csX5" fmla="*/ 103007 w 2295324"/>
              <a:gd name="csY5" fmla="*/ 526275 h 1573269"/>
              <a:gd name="csX0" fmla="*/ 103007 w 2295323"/>
              <a:gd name="csY0" fmla="*/ 818112 h 1865106"/>
              <a:gd name="csX1" fmla="*/ 1114299 w 2295323"/>
              <a:gd name="csY1" fmla="*/ 0 h 1865106"/>
              <a:gd name="csX2" fmla="*/ 2295323 w 2295323"/>
              <a:gd name="csY2" fmla="*/ 791375 h 1865106"/>
              <a:gd name="csX3" fmla="*/ 2003895 w 2295323"/>
              <a:gd name="csY3" fmla="*/ 1865106 h 1865106"/>
              <a:gd name="csX4" fmla="*/ 0 w 2295323"/>
              <a:gd name="csY4" fmla="*/ 1756213 h 1865106"/>
              <a:gd name="csX5" fmla="*/ 103007 w 2295323"/>
              <a:gd name="csY5" fmla="*/ 818112 h 1865106"/>
              <a:gd name="csX0" fmla="*/ 0 w 2477769"/>
              <a:gd name="csY0" fmla="*/ 682012 h 1865106"/>
              <a:gd name="csX1" fmla="*/ 1296745 w 2477769"/>
              <a:gd name="csY1" fmla="*/ 0 h 1865106"/>
              <a:gd name="csX2" fmla="*/ 2477769 w 2477769"/>
              <a:gd name="csY2" fmla="*/ 791375 h 1865106"/>
              <a:gd name="csX3" fmla="*/ 2186341 w 2477769"/>
              <a:gd name="csY3" fmla="*/ 1865106 h 1865106"/>
              <a:gd name="csX4" fmla="*/ 182446 w 2477769"/>
              <a:gd name="csY4" fmla="*/ 1756213 h 1865106"/>
              <a:gd name="csX5" fmla="*/ 0 w 2477769"/>
              <a:gd name="csY5" fmla="*/ 682012 h 1865106"/>
              <a:gd name="csX0" fmla="*/ 0 w 2477769"/>
              <a:gd name="csY0" fmla="*/ 682012 h 1865106"/>
              <a:gd name="csX1" fmla="*/ 1296745 w 2477769"/>
              <a:gd name="csY1" fmla="*/ 0 h 1865106"/>
              <a:gd name="csX2" fmla="*/ 2477769 w 2477769"/>
              <a:gd name="csY2" fmla="*/ 791375 h 1865106"/>
              <a:gd name="csX3" fmla="*/ 2186341 w 2477769"/>
              <a:gd name="csY3" fmla="*/ 1865106 h 1865106"/>
              <a:gd name="csX4" fmla="*/ 195128 w 2477769"/>
              <a:gd name="csY4" fmla="*/ 1756941 h 1865106"/>
              <a:gd name="csX5" fmla="*/ 0 w 2477769"/>
              <a:gd name="csY5" fmla="*/ 682012 h 1865106"/>
              <a:gd name="csX0" fmla="*/ 0 w 2512957"/>
              <a:gd name="csY0" fmla="*/ 682012 h 1865106"/>
              <a:gd name="csX1" fmla="*/ 1296745 w 2512957"/>
              <a:gd name="csY1" fmla="*/ 0 h 1865106"/>
              <a:gd name="csX2" fmla="*/ 2512957 w 2512957"/>
              <a:gd name="csY2" fmla="*/ 772891 h 1865106"/>
              <a:gd name="csX3" fmla="*/ 2186341 w 2512957"/>
              <a:gd name="csY3" fmla="*/ 1865106 h 1865106"/>
              <a:gd name="csX4" fmla="*/ 195128 w 2512957"/>
              <a:gd name="csY4" fmla="*/ 1756941 h 1865106"/>
              <a:gd name="csX5" fmla="*/ 0 w 2512957"/>
              <a:gd name="csY5" fmla="*/ 682012 h 1865106"/>
              <a:gd name="csX0" fmla="*/ 0 w 2454312"/>
              <a:gd name="csY0" fmla="*/ 682012 h 1865106"/>
              <a:gd name="csX1" fmla="*/ 1296745 w 2454312"/>
              <a:gd name="csY1" fmla="*/ 0 h 1865106"/>
              <a:gd name="csX2" fmla="*/ 2454312 w 2454312"/>
              <a:gd name="csY2" fmla="*/ 803697 h 1865106"/>
              <a:gd name="csX3" fmla="*/ 2186341 w 2454312"/>
              <a:gd name="csY3" fmla="*/ 1865106 h 1865106"/>
              <a:gd name="csX4" fmla="*/ 195128 w 2454312"/>
              <a:gd name="csY4" fmla="*/ 1756941 h 1865106"/>
              <a:gd name="csX5" fmla="*/ 0 w 2454312"/>
              <a:gd name="csY5" fmla="*/ 682012 h 1865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454312" h="1865106">
                <a:moveTo>
                  <a:pt x="0" y="682012"/>
                </a:moveTo>
                <a:lnTo>
                  <a:pt x="1296745" y="0"/>
                </a:lnTo>
                <a:lnTo>
                  <a:pt x="2454312" y="803697"/>
                </a:lnTo>
                <a:lnTo>
                  <a:pt x="2186341" y="1865106"/>
                </a:lnTo>
                <a:lnTo>
                  <a:pt x="195128" y="1756941"/>
                </a:lnTo>
                <a:lnTo>
                  <a:pt x="0" y="682012"/>
                </a:lnTo>
                <a:close/>
              </a:path>
            </a:pathLst>
          </a:custGeom>
          <a:solidFill>
            <a:srgbClr val="1F35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D28848-14BA-E3C8-9DF3-6B606FA25BE0}"/>
              </a:ext>
            </a:extLst>
          </p:cNvPr>
          <p:cNvSpPr txBox="1"/>
          <p:nvPr/>
        </p:nvSpPr>
        <p:spPr>
          <a:xfrm rot="5400000">
            <a:off x="3554034" y="882017"/>
            <a:ext cx="5083932" cy="51346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prstTxWarp prst="textCircle">
              <a:avLst/>
            </a:prstTxWarp>
            <a:spAutoFit/>
          </a:bodyPr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Avenir Next LT Pro Demi" panose="020F0502020204030204" pitchFamily="34" charset="0"/>
              </a:rPr>
              <a:t> TRICELL  PHARMACEUTICALS INCORPORATED, TRAVIS TRADING COMPANY: FEDERATION OF PHARMACEUTICAL COMPANIES: BIOTERRORISM SECURITY ASESSMENT ALLIANCE |</a:t>
            </a:r>
          </a:p>
        </p:txBody>
      </p:sp>
      <p:sp>
        <p:nvSpPr>
          <p:cNvPr id="26" name="Circle: Hollow 25">
            <a:extLst>
              <a:ext uri="{FF2B5EF4-FFF2-40B4-BE49-F238E27FC236}">
                <a16:creationId xmlns:a16="http://schemas.microsoft.com/office/drawing/2014/main" id="{0F33CCE3-8BCC-42CB-0920-053541073807}"/>
              </a:ext>
            </a:extLst>
          </p:cNvPr>
          <p:cNvSpPr/>
          <p:nvPr/>
        </p:nvSpPr>
        <p:spPr>
          <a:xfrm rot="21004380">
            <a:off x="3231932" y="566772"/>
            <a:ext cx="5691352" cy="5759669"/>
          </a:xfrm>
          <a:prstGeom prst="donut">
            <a:avLst>
              <a:gd name="adj" fmla="val 9830"/>
            </a:avLst>
          </a:prstGeom>
          <a:noFill/>
          <a:ln w="117475" cap="rnd" cmpd="sng">
            <a:solidFill>
              <a:schemeClr val="accent1">
                <a:shade val="15000"/>
              </a:schemeClr>
            </a:solidFill>
            <a:prstDash val="lgDashDot"/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4848387"/>
                      <a:gd name="csY0" fmla="*/ 2414721 h 4829442"/>
                      <a:gd name="csX1" fmla="*/ 2424194 w 4848387"/>
                      <a:gd name="csY1" fmla="*/ 0 h 4829442"/>
                      <a:gd name="csX2" fmla="*/ 4848388 w 4848387"/>
                      <a:gd name="csY2" fmla="*/ 2414721 h 4829442"/>
                      <a:gd name="csX3" fmla="*/ 2424194 w 4848387"/>
                      <a:gd name="csY3" fmla="*/ 4829442 h 4829442"/>
                      <a:gd name="csX4" fmla="*/ 0 w 4848387"/>
                      <a:gd name="csY4" fmla="*/ 2414721 h 4829442"/>
                      <a:gd name="csX5" fmla="*/ 171880 w 4848387"/>
                      <a:gd name="csY5" fmla="*/ 2414721 h 4829442"/>
                      <a:gd name="csX6" fmla="*/ 2424194 w 4848387"/>
                      <a:gd name="csY6" fmla="*/ 4657562 h 4829442"/>
                      <a:gd name="csX7" fmla="*/ 4676508 w 4848387"/>
                      <a:gd name="csY7" fmla="*/ 2414721 h 4829442"/>
                      <a:gd name="csX8" fmla="*/ 2424194 w 4848387"/>
                      <a:gd name="csY8" fmla="*/ 171880 h 4829442"/>
                      <a:gd name="csX9" fmla="*/ 171880 w 4848387"/>
                      <a:gd name="csY9" fmla="*/ 2414721 h 4829442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</a:cxnLst>
                    <a:rect l="l" t="t" r="r" b="b"/>
                    <a:pathLst>
                      <a:path w="4848387" h="4829442" fill="none" extrusionOk="0">
                        <a:moveTo>
                          <a:pt x="0" y="2414721"/>
                        </a:moveTo>
                        <a:cubicBezTo>
                          <a:pt x="-135196" y="1059240"/>
                          <a:pt x="1100967" y="12773"/>
                          <a:pt x="2424194" y="0"/>
                        </a:cubicBezTo>
                        <a:cubicBezTo>
                          <a:pt x="3824425" y="91379"/>
                          <a:pt x="4859778" y="1199076"/>
                          <a:pt x="4848388" y="2414721"/>
                        </a:cubicBezTo>
                        <a:cubicBezTo>
                          <a:pt x="4909476" y="3842432"/>
                          <a:pt x="3892693" y="4988259"/>
                          <a:pt x="2424194" y="4829442"/>
                        </a:cubicBezTo>
                        <a:cubicBezTo>
                          <a:pt x="1245965" y="4688814"/>
                          <a:pt x="44521" y="3538919"/>
                          <a:pt x="0" y="2414721"/>
                        </a:cubicBezTo>
                        <a:close/>
                        <a:moveTo>
                          <a:pt x="171880" y="2414721"/>
                        </a:moveTo>
                        <a:cubicBezTo>
                          <a:pt x="133695" y="3659679"/>
                          <a:pt x="1035685" y="4557797"/>
                          <a:pt x="2424194" y="4657562"/>
                        </a:cubicBezTo>
                        <a:cubicBezTo>
                          <a:pt x="3447637" y="4641912"/>
                          <a:pt x="4607076" y="3511874"/>
                          <a:pt x="4676508" y="2414721"/>
                        </a:cubicBezTo>
                        <a:cubicBezTo>
                          <a:pt x="4679801" y="1131485"/>
                          <a:pt x="3618981" y="200569"/>
                          <a:pt x="2424194" y="171880"/>
                        </a:cubicBezTo>
                        <a:cubicBezTo>
                          <a:pt x="1076357" y="357689"/>
                          <a:pt x="210278" y="1204566"/>
                          <a:pt x="171880" y="2414721"/>
                        </a:cubicBezTo>
                        <a:close/>
                      </a:path>
                      <a:path w="4848387" h="4829442" stroke="0" extrusionOk="0">
                        <a:moveTo>
                          <a:pt x="0" y="2414721"/>
                        </a:moveTo>
                        <a:cubicBezTo>
                          <a:pt x="-90895" y="1025041"/>
                          <a:pt x="967919" y="44073"/>
                          <a:pt x="2424194" y="0"/>
                        </a:cubicBezTo>
                        <a:cubicBezTo>
                          <a:pt x="3985790" y="46894"/>
                          <a:pt x="4665203" y="1086932"/>
                          <a:pt x="4848388" y="2414721"/>
                        </a:cubicBezTo>
                        <a:cubicBezTo>
                          <a:pt x="4797190" y="3798333"/>
                          <a:pt x="3719006" y="5072827"/>
                          <a:pt x="2424194" y="4829442"/>
                        </a:cubicBezTo>
                        <a:cubicBezTo>
                          <a:pt x="1020295" y="4793849"/>
                          <a:pt x="37021" y="3766024"/>
                          <a:pt x="0" y="2414721"/>
                        </a:cubicBezTo>
                        <a:close/>
                        <a:moveTo>
                          <a:pt x="171880" y="2414721"/>
                        </a:moveTo>
                        <a:cubicBezTo>
                          <a:pt x="327119" y="3671824"/>
                          <a:pt x="1237697" y="4539388"/>
                          <a:pt x="2424194" y="4657562"/>
                        </a:cubicBezTo>
                        <a:cubicBezTo>
                          <a:pt x="3482267" y="4629102"/>
                          <a:pt x="4664270" y="3664930"/>
                          <a:pt x="4676508" y="2414721"/>
                        </a:cubicBezTo>
                        <a:cubicBezTo>
                          <a:pt x="4672855" y="1141198"/>
                          <a:pt x="3524620" y="371295"/>
                          <a:pt x="2424194" y="171880"/>
                        </a:cubicBezTo>
                        <a:cubicBezTo>
                          <a:pt x="1287730" y="232038"/>
                          <a:pt x="197544" y="1182204"/>
                          <a:pt x="171880" y="2414721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C83282-F9A5-9835-28C3-48A4E6AB0283}"/>
              </a:ext>
            </a:extLst>
          </p:cNvPr>
          <p:cNvSpPr txBox="1"/>
          <p:nvPr/>
        </p:nvSpPr>
        <p:spPr>
          <a:xfrm>
            <a:off x="3726424" y="2443849"/>
            <a:ext cx="677442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Bauhaus 93" panose="04030905020B02020C02" pitchFamily="82" charset="0"/>
              </a:rPr>
              <a:t>TriCeLL</a:t>
            </a:r>
            <a:r>
              <a:rPr lang="en-US" sz="3200" dirty="0">
                <a:solidFill>
                  <a:schemeClr val="tx2">
                    <a:lumMod val="75000"/>
                    <a:lumOff val="25000"/>
                  </a:schemeClr>
                </a:solidFill>
                <a:latin typeface="Bauhaus 93" panose="04030905020B02020C02" pitchFamily="82" charset="0"/>
              </a:rPr>
              <a:t>®</a:t>
            </a:r>
          </a:p>
        </p:txBody>
      </p:sp>
      <p:sp>
        <p:nvSpPr>
          <p:cNvPr id="28" name="Flowchart: Stored Data 27">
            <a:extLst>
              <a:ext uri="{FF2B5EF4-FFF2-40B4-BE49-F238E27FC236}">
                <a16:creationId xmlns:a16="http://schemas.microsoft.com/office/drawing/2014/main" id="{CB0CCF49-4354-9DAE-4214-90CB6976E610}"/>
              </a:ext>
            </a:extLst>
          </p:cNvPr>
          <p:cNvSpPr/>
          <p:nvPr/>
        </p:nvSpPr>
        <p:spPr>
          <a:xfrm>
            <a:off x="722502" y="-10288"/>
            <a:ext cx="5373497" cy="6868287"/>
          </a:xfrm>
          <a:custGeom>
            <a:avLst/>
            <a:gdLst>
              <a:gd name="csX0" fmla="*/ 1667 w 10000"/>
              <a:gd name="csY0" fmla="*/ 0 h 10000"/>
              <a:gd name="csX1" fmla="*/ 10000 w 10000"/>
              <a:gd name="csY1" fmla="*/ 0 h 10000"/>
              <a:gd name="csX2" fmla="*/ 8333 w 10000"/>
              <a:gd name="csY2" fmla="*/ 5000 h 10000"/>
              <a:gd name="csX3" fmla="*/ 10000 w 10000"/>
              <a:gd name="csY3" fmla="*/ 10000 h 10000"/>
              <a:gd name="csX4" fmla="*/ 1667 w 10000"/>
              <a:gd name="csY4" fmla="*/ 10000 h 10000"/>
              <a:gd name="csX5" fmla="*/ 0 w 10000"/>
              <a:gd name="csY5" fmla="*/ 5000 h 10000"/>
              <a:gd name="csX6" fmla="*/ 1667 w 10000"/>
              <a:gd name="csY6" fmla="*/ 0 h 10000"/>
              <a:gd name="csX0" fmla="*/ 1667 w 10000"/>
              <a:gd name="csY0" fmla="*/ 0 h 10000"/>
              <a:gd name="csX1" fmla="*/ 10000 w 10000"/>
              <a:gd name="csY1" fmla="*/ 0 h 10000"/>
              <a:gd name="csX2" fmla="*/ 7728 w 10000"/>
              <a:gd name="csY2" fmla="*/ 5000 h 10000"/>
              <a:gd name="csX3" fmla="*/ 10000 w 10000"/>
              <a:gd name="csY3" fmla="*/ 10000 h 10000"/>
              <a:gd name="csX4" fmla="*/ 1667 w 10000"/>
              <a:gd name="csY4" fmla="*/ 10000 h 10000"/>
              <a:gd name="csX5" fmla="*/ 0 w 10000"/>
              <a:gd name="csY5" fmla="*/ 5000 h 10000"/>
              <a:gd name="csX6" fmla="*/ 1667 w 10000"/>
              <a:gd name="csY6" fmla="*/ 0 h 10000"/>
              <a:gd name="csX0" fmla="*/ 1667 w 10000"/>
              <a:gd name="csY0" fmla="*/ 0 h 10000"/>
              <a:gd name="csX1" fmla="*/ 10000 w 10000"/>
              <a:gd name="csY1" fmla="*/ 0 h 10000"/>
              <a:gd name="csX2" fmla="*/ 5464 w 10000"/>
              <a:gd name="csY2" fmla="*/ 4985 h 10000"/>
              <a:gd name="csX3" fmla="*/ 10000 w 10000"/>
              <a:gd name="csY3" fmla="*/ 10000 h 10000"/>
              <a:gd name="csX4" fmla="*/ 1667 w 10000"/>
              <a:gd name="csY4" fmla="*/ 10000 h 10000"/>
              <a:gd name="csX5" fmla="*/ 0 w 10000"/>
              <a:gd name="csY5" fmla="*/ 5000 h 10000"/>
              <a:gd name="csX6" fmla="*/ 1667 w 10000"/>
              <a:gd name="csY6" fmla="*/ 0 h 10000"/>
              <a:gd name="csX0" fmla="*/ 1667 w 10000"/>
              <a:gd name="csY0" fmla="*/ 0 h 10000"/>
              <a:gd name="csX1" fmla="*/ 10000 w 10000"/>
              <a:gd name="csY1" fmla="*/ 0 h 10000"/>
              <a:gd name="csX2" fmla="*/ 4902 w 10000"/>
              <a:gd name="csY2" fmla="*/ 4970 h 10000"/>
              <a:gd name="csX3" fmla="*/ 10000 w 10000"/>
              <a:gd name="csY3" fmla="*/ 10000 h 10000"/>
              <a:gd name="csX4" fmla="*/ 1667 w 10000"/>
              <a:gd name="csY4" fmla="*/ 10000 h 10000"/>
              <a:gd name="csX5" fmla="*/ 0 w 10000"/>
              <a:gd name="csY5" fmla="*/ 5000 h 10000"/>
              <a:gd name="csX6" fmla="*/ 1667 w 10000"/>
              <a:gd name="csY6" fmla="*/ 0 h 10000"/>
              <a:gd name="csX0" fmla="*/ 1667 w 10000"/>
              <a:gd name="csY0" fmla="*/ 0 h 10000"/>
              <a:gd name="csX1" fmla="*/ 10000 w 10000"/>
              <a:gd name="csY1" fmla="*/ 0 h 10000"/>
              <a:gd name="csX2" fmla="*/ 4356 w 10000"/>
              <a:gd name="csY2" fmla="*/ 5056 h 10000"/>
              <a:gd name="csX3" fmla="*/ 10000 w 10000"/>
              <a:gd name="csY3" fmla="*/ 10000 h 10000"/>
              <a:gd name="csX4" fmla="*/ 1667 w 10000"/>
              <a:gd name="csY4" fmla="*/ 10000 h 10000"/>
              <a:gd name="csX5" fmla="*/ 0 w 10000"/>
              <a:gd name="csY5" fmla="*/ 5000 h 10000"/>
              <a:gd name="csX6" fmla="*/ 1667 w 10000"/>
              <a:gd name="csY6" fmla="*/ 0 h 10000"/>
              <a:gd name="csX0" fmla="*/ 1667 w 10000"/>
              <a:gd name="csY0" fmla="*/ 0 h 10000"/>
              <a:gd name="csX1" fmla="*/ 10000 w 10000"/>
              <a:gd name="csY1" fmla="*/ 0 h 10000"/>
              <a:gd name="csX2" fmla="*/ 4083 w 10000"/>
              <a:gd name="csY2" fmla="*/ 5027 h 10000"/>
              <a:gd name="csX3" fmla="*/ 10000 w 10000"/>
              <a:gd name="csY3" fmla="*/ 10000 h 10000"/>
              <a:gd name="csX4" fmla="*/ 1667 w 10000"/>
              <a:gd name="csY4" fmla="*/ 10000 h 10000"/>
              <a:gd name="csX5" fmla="*/ 0 w 10000"/>
              <a:gd name="csY5" fmla="*/ 5000 h 10000"/>
              <a:gd name="csX6" fmla="*/ 1667 w 10000"/>
              <a:gd name="csY6" fmla="*/ 0 h 10000"/>
              <a:gd name="csX0" fmla="*/ 1667 w 10000"/>
              <a:gd name="csY0" fmla="*/ 0 h 10000"/>
              <a:gd name="csX1" fmla="*/ 10000 w 10000"/>
              <a:gd name="csY1" fmla="*/ 0 h 10000"/>
              <a:gd name="csX2" fmla="*/ 4140 w 10000"/>
              <a:gd name="csY2" fmla="*/ 4923 h 10000"/>
              <a:gd name="csX3" fmla="*/ 10000 w 10000"/>
              <a:gd name="csY3" fmla="*/ 10000 h 10000"/>
              <a:gd name="csX4" fmla="*/ 1667 w 10000"/>
              <a:gd name="csY4" fmla="*/ 10000 h 10000"/>
              <a:gd name="csX5" fmla="*/ 0 w 10000"/>
              <a:gd name="csY5" fmla="*/ 5000 h 10000"/>
              <a:gd name="csX6" fmla="*/ 1667 w 10000"/>
              <a:gd name="csY6" fmla="*/ 0 h 10000"/>
              <a:gd name="csX0" fmla="*/ 1667 w 10000"/>
              <a:gd name="csY0" fmla="*/ 0 h 10000"/>
              <a:gd name="csX1" fmla="*/ 10000 w 10000"/>
              <a:gd name="csY1" fmla="*/ 0 h 10000"/>
              <a:gd name="csX2" fmla="*/ 2968 w 10000"/>
              <a:gd name="csY2" fmla="*/ 4953 h 10000"/>
              <a:gd name="csX3" fmla="*/ 10000 w 10000"/>
              <a:gd name="csY3" fmla="*/ 10000 h 10000"/>
              <a:gd name="csX4" fmla="*/ 1667 w 10000"/>
              <a:gd name="csY4" fmla="*/ 10000 h 10000"/>
              <a:gd name="csX5" fmla="*/ 0 w 10000"/>
              <a:gd name="csY5" fmla="*/ 5000 h 10000"/>
              <a:gd name="csX6" fmla="*/ 1667 w 10000"/>
              <a:gd name="csY6" fmla="*/ 0 h 1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000" h="10000">
                <a:moveTo>
                  <a:pt x="1667" y="0"/>
                </a:moveTo>
                <a:lnTo>
                  <a:pt x="10000" y="0"/>
                </a:lnTo>
                <a:cubicBezTo>
                  <a:pt x="9079" y="0"/>
                  <a:pt x="2968" y="2192"/>
                  <a:pt x="2968" y="4953"/>
                </a:cubicBezTo>
                <a:cubicBezTo>
                  <a:pt x="2968" y="7714"/>
                  <a:pt x="9079" y="10000"/>
                  <a:pt x="10000" y="10000"/>
                </a:cubicBezTo>
                <a:lnTo>
                  <a:pt x="1667" y="10000"/>
                </a:lnTo>
                <a:cubicBezTo>
                  <a:pt x="746" y="10000"/>
                  <a:pt x="0" y="7761"/>
                  <a:pt x="0" y="5000"/>
                </a:cubicBezTo>
                <a:cubicBezTo>
                  <a:pt x="0" y="2239"/>
                  <a:pt x="746" y="0"/>
                  <a:pt x="1667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Flowchart: Stored Data 27">
            <a:extLst>
              <a:ext uri="{FF2B5EF4-FFF2-40B4-BE49-F238E27FC236}">
                <a16:creationId xmlns:a16="http://schemas.microsoft.com/office/drawing/2014/main" id="{8A28A078-3EB4-F26F-8F84-CA5C790947D7}"/>
              </a:ext>
            </a:extLst>
          </p:cNvPr>
          <p:cNvSpPr/>
          <p:nvPr/>
        </p:nvSpPr>
        <p:spPr>
          <a:xfrm rot="10800000">
            <a:off x="6059216" y="-1"/>
            <a:ext cx="5584144" cy="6857999"/>
          </a:xfrm>
          <a:custGeom>
            <a:avLst/>
            <a:gdLst>
              <a:gd name="csX0" fmla="*/ 1667 w 10000"/>
              <a:gd name="csY0" fmla="*/ 0 h 10000"/>
              <a:gd name="csX1" fmla="*/ 10000 w 10000"/>
              <a:gd name="csY1" fmla="*/ 0 h 10000"/>
              <a:gd name="csX2" fmla="*/ 8333 w 10000"/>
              <a:gd name="csY2" fmla="*/ 5000 h 10000"/>
              <a:gd name="csX3" fmla="*/ 10000 w 10000"/>
              <a:gd name="csY3" fmla="*/ 10000 h 10000"/>
              <a:gd name="csX4" fmla="*/ 1667 w 10000"/>
              <a:gd name="csY4" fmla="*/ 10000 h 10000"/>
              <a:gd name="csX5" fmla="*/ 0 w 10000"/>
              <a:gd name="csY5" fmla="*/ 5000 h 10000"/>
              <a:gd name="csX6" fmla="*/ 1667 w 10000"/>
              <a:gd name="csY6" fmla="*/ 0 h 10000"/>
              <a:gd name="csX0" fmla="*/ 1667 w 10000"/>
              <a:gd name="csY0" fmla="*/ 0 h 10000"/>
              <a:gd name="csX1" fmla="*/ 10000 w 10000"/>
              <a:gd name="csY1" fmla="*/ 0 h 10000"/>
              <a:gd name="csX2" fmla="*/ 7728 w 10000"/>
              <a:gd name="csY2" fmla="*/ 5000 h 10000"/>
              <a:gd name="csX3" fmla="*/ 10000 w 10000"/>
              <a:gd name="csY3" fmla="*/ 10000 h 10000"/>
              <a:gd name="csX4" fmla="*/ 1667 w 10000"/>
              <a:gd name="csY4" fmla="*/ 10000 h 10000"/>
              <a:gd name="csX5" fmla="*/ 0 w 10000"/>
              <a:gd name="csY5" fmla="*/ 5000 h 10000"/>
              <a:gd name="csX6" fmla="*/ 1667 w 10000"/>
              <a:gd name="csY6" fmla="*/ 0 h 10000"/>
              <a:gd name="csX0" fmla="*/ 1667 w 10000"/>
              <a:gd name="csY0" fmla="*/ 0 h 10000"/>
              <a:gd name="csX1" fmla="*/ 10000 w 10000"/>
              <a:gd name="csY1" fmla="*/ 0 h 10000"/>
              <a:gd name="csX2" fmla="*/ 5464 w 10000"/>
              <a:gd name="csY2" fmla="*/ 4985 h 10000"/>
              <a:gd name="csX3" fmla="*/ 10000 w 10000"/>
              <a:gd name="csY3" fmla="*/ 10000 h 10000"/>
              <a:gd name="csX4" fmla="*/ 1667 w 10000"/>
              <a:gd name="csY4" fmla="*/ 10000 h 10000"/>
              <a:gd name="csX5" fmla="*/ 0 w 10000"/>
              <a:gd name="csY5" fmla="*/ 5000 h 10000"/>
              <a:gd name="csX6" fmla="*/ 1667 w 10000"/>
              <a:gd name="csY6" fmla="*/ 0 h 10000"/>
              <a:gd name="csX0" fmla="*/ 1667 w 10000"/>
              <a:gd name="csY0" fmla="*/ 0 h 10000"/>
              <a:gd name="csX1" fmla="*/ 10000 w 10000"/>
              <a:gd name="csY1" fmla="*/ 0 h 10000"/>
              <a:gd name="csX2" fmla="*/ 4902 w 10000"/>
              <a:gd name="csY2" fmla="*/ 4970 h 10000"/>
              <a:gd name="csX3" fmla="*/ 10000 w 10000"/>
              <a:gd name="csY3" fmla="*/ 10000 h 10000"/>
              <a:gd name="csX4" fmla="*/ 1667 w 10000"/>
              <a:gd name="csY4" fmla="*/ 10000 h 10000"/>
              <a:gd name="csX5" fmla="*/ 0 w 10000"/>
              <a:gd name="csY5" fmla="*/ 5000 h 10000"/>
              <a:gd name="csX6" fmla="*/ 1667 w 10000"/>
              <a:gd name="csY6" fmla="*/ 0 h 10000"/>
              <a:gd name="csX0" fmla="*/ 1667 w 10000"/>
              <a:gd name="csY0" fmla="*/ 0 h 10000"/>
              <a:gd name="csX1" fmla="*/ 10000 w 10000"/>
              <a:gd name="csY1" fmla="*/ 0 h 10000"/>
              <a:gd name="csX2" fmla="*/ 4356 w 10000"/>
              <a:gd name="csY2" fmla="*/ 5056 h 10000"/>
              <a:gd name="csX3" fmla="*/ 10000 w 10000"/>
              <a:gd name="csY3" fmla="*/ 10000 h 10000"/>
              <a:gd name="csX4" fmla="*/ 1667 w 10000"/>
              <a:gd name="csY4" fmla="*/ 10000 h 10000"/>
              <a:gd name="csX5" fmla="*/ 0 w 10000"/>
              <a:gd name="csY5" fmla="*/ 5000 h 10000"/>
              <a:gd name="csX6" fmla="*/ 1667 w 10000"/>
              <a:gd name="csY6" fmla="*/ 0 h 10000"/>
              <a:gd name="csX0" fmla="*/ 1667 w 10000"/>
              <a:gd name="csY0" fmla="*/ 0 h 10000"/>
              <a:gd name="csX1" fmla="*/ 10000 w 10000"/>
              <a:gd name="csY1" fmla="*/ 0 h 10000"/>
              <a:gd name="csX2" fmla="*/ 4083 w 10000"/>
              <a:gd name="csY2" fmla="*/ 5027 h 10000"/>
              <a:gd name="csX3" fmla="*/ 10000 w 10000"/>
              <a:gd name="csY3" fmla="*/ 10000 h 10000"/>
              <a:gd name="csX4" fmla="*/ 1667 w 10000"/>
              <a:gd name="csY4" fmla="*/ 10000 h 10000"/>
              <a:gd name="csX5" fmla="*/ 0 w 10000"/>
              <a:gd name="csY5" fmla="*/ 5000 h 10000"/>
              <a:gd name="csX6" fmla="*/ 1667 w 10000"/>
              <a:gd name="csY6" fmla="*/ 0 h 10000"/>
              <a:gd name="csX0" fmla="*/ 1667 w 10000"/>
              <a:gd name="csY0" fmla="*/ 0 h 10000"/>
              <a:gd name="csX1" fmla="*/ 10000 w 10000"/>
              <a:gd name="csY1" fmla="*/ 0 h 10000"/>
              <a:gd name="csX2" fmla="*/ 3592 w 10000"/>
              <a:gd name="csY2" fmla="*/ 5605 h 10000"/>
              <a:gd name="csX3" fmla="*/ 10000 w 10000"/>
              <a:gd name="csY3" fmla="*/ 10000 h 10000"/>
              <a:gd name="csX4" fmla="*/ 1667 w 10000"/>
              <a:gd name="csY4" fmla="*/ 10000 h 10000"/>
              <a:gd name="csX5" fmla="*/ 0 w 10000"/>
              <a:gd name="csY5" fmla="*/ 5000 h 10000"/>
              <a:gd name="csX6" fmla="*/ 1667 w 10000"/>
              <a:gd name="csY6" fmla="*/ 0 h 10000"/>
              <a:gd name="csX0" fmla="*/ 1667 w 10000"/>
              <a:gd name="csY0" fmla="*/ 0 h 10000"/>
              <a:gd name="csX1" fmla="*/ 10000 w 10000"/>
              <a:gd name="csY1" fmla="*/ 0 h 10000"/>
              <a:gd name="csX2" fmla="*/ 4465 w 10000"/>
              <a:gd name="csY2" fmla="*/ 4968 h 10000"/>
              <a:gd name="csX3" fmla="*/ 10000 w 10000"/>
              <a:gd name="csY3" fmla="*/ 10000 h 10000"/>
              <a:gd name="csX4" fmla="*/ 1667 w 10000"/>
              <a:gd name="csY4" fmla="*/ 10000 h 10000"/>
              <a:gd name="csX5" fmla="*/ 0 w 10000"/>
              <a:gd name="csY5" fmla="*/ 5000 h 10000"/>
              <a:gd name="csX6" fmla="*/ 1667 w 10000"/>
              <a:gd name="csY6" fmla="*/ 0 h 10000"/>
              <a:gd name="csX0" fmla="*/ 1667 w 10000"/>
              <a:gd name="csY0" fmla="*/ 0 h 10000"/>
              <a:gd name="csX1" fmla="*/ 10000 w 10000"/>
              <a:gd name="csY1" fmla="*/ 0 h 10000"/>
              <a:gd name="csX2" fmla="*/ 3119 w 10000"/>
              <a:gd name="csY2" fmla="*/ 4998 h 10000"/>
              <a:gd name="csX3" fmla="*/ 10000 w 10000"/>
              <a:gd name="csY3" fmla="*/ 10000 h 10000"/>
              <a:gd name="csX4" fmla="*/ 1667 w 10000"/>
              <a:gd name="csY4" fmla="*/ 10000 h 10000"/>
              <a:gd name="csX5" fmla="*/ 0 w 10000"/>
              <a:gd name="csY5" fmla="*/ 5000 h 10000"/>
              <a:gd name="csX6" fmla="*/ 1667 w 10000"/>
              <a:gd name="csY6" fmla="*/ 0 h 1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0000" h="10000">
                <a:moveTo>
                  <a:pt x="1667" y="0"/>
                </a:moveTo>
                <a:lnTo>
                  <a:pt x="10000" y="0"/>
                </a:lnTo>
                <a:cubicBezTo>
                  <a:pt x="9079" y="0"/>
                  <a:pt x="3119" y="2237"/>
                  <a:pt x="3119" y="4998"/>
                </a:cubicBezTo>
                <a:cubicBezTo>
                  <a:pt x="3119" y="7759"/>
                  <a:pt x="9079" y="10000"/>
                  <a:pt x="10000" y="10000"/>
                </a:cubicBezTo>
                <a:lnTo>
                  <a:pt x="1667" y="10000"/>
                </a:lnTo>
                <a:cubicBezTo>
                  <a:pt x="746" y="10000"/>
                  <a:pt x="0" y="7761"/>
                  <a:pt x="0" y="5000"/>
                </a:cubicBezTo>
                <a:cubicBezTo>
                  <a:pt x="0" y="2239"/>
                  <a:pt x="746" y="0"/>
                  <a:pt x="1667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lowchart: Stored Data 29">
            <a:extLst>
              <a:ext uri="{FF2B5EF4-FFF2-40B4-BE49-F238E27FC236}">
                <a16:creationId xmlns:a16="http://schemas.microsoft.com/office/drawing/2014/main" id="{9EA9D742-51A4-00B9-8E36-C5B54BC81413}"/>
              </a:ext>
            </a:extLst>
          </p:cNvPr>
          <p:cNvSpPr/>
          <p:nvPr/>
        </p:nvSpPr>
        <p:spPr>
          <a:xfrm>
            <a:off x="-272806" y="-8916"/>
            <a:ext cx="1888524" cy="6877202"/>
          </a:xfrm>
          <a:custGeom>
            <a:avLst/>
            <a:gdLst>
              <a:gd name="csX0" fmla="*/ 1667 w 10000"/>
              <a:gd name="csY0" fmla="*/ 0 h 10000"/>
              <a:gd name="csX1" fmla="*/ 10000 w 10000"/>
              <a:gd name="csY1" fmla="*/ 0 h 10000"/>
              <a:gd name="csX2" fmla="*/ 8333 w 10000"/>
              <a:gd name="csY2" fmla="*/ 5000 h 10000"/>
              <a:gd name="csX3" fmla="*/ 10000 w 10000"/>
              <a:gd name="csY3" fmla="*/ 10000 h 10000"/>
              <a:gd name="csX4" fmla="*/ 1667 w 10000"/>
              <a:gd name="csY4" fmla="*/ 10000 h 10000"/>
              <a:gd name="csX5" fmla="*/ 0 w 10000"/>
              <a:gd name="csY5" fmla="*/ 5000 h 10000"/>
              <a:gd name="csX6" fmla="*/ 1667 w 10000"/>
              <a:gd name="csY6" fmla="*/ 0 h 10000"/>
              <a:gd name="csX0" fmla="*/ 1667 w 11951"/>
              <a:gd name="csY0" fmla="*/ 0 h 10000"/>
              <a:gd name="csX1" fmla="*/ 11951 w 11951"/>
              <a:gd name="csY1" fmla="*/ 90 h 10000"/>
              <a:gd name="csX2" fmla="*/ 8333 w 11951"/>
              <a:gd name="csY2" fmla="*/ 5000 h 10000"/>
              <a:gd name="csX3" fmla="*/ 10000 w 11951"/>
              <a:gd name="csY3" fmla="*/ 10000 h 10000"/>
              <a:gd name="csX4" fmla="*/ 1667 w 11951"/>
              <a:gd name="csY4" fmla="*/ 10000 h 10000"/>
              <a:gd name="csX5" fmla="*/ 0 w 11951"/>
              <a:gd name="csY5" fmla="*/ 5000 h 10000"/>
              <a:gd name="csX6" fmla="*/ 1667 w 11951"/>
              <a:gd name="csY6" fmla="*/ 0 h 10000"/>
              <a:gd name="csX0" fmla="*/ 1667 w 11951"/>
              <a:gd name="csY0" fmla="*/ 0 h 10000"/>
              <a:gd name="csX1" fmla="*/ 11951 w 11951"/>
              <a:gd name="csY1" fmla="*/ 90 h 10000"/>
              <a:gd name="csX2" fmla="*/ 6093 w 11951"/>
              <a:gd name="csY2" fmla="*/ 4879 h 10000"/>
              <a:gd name="csX3" fmla="*/ 10000 w 11951"/>
              <a:gd name="csY3" fmla="*/ 10000 h 10000"/>
              <a:gd name="csX4" fmla="*/ 1667 w 11951"/>
              <a:gd name="csY4" fmla="*/ 10000 h 10000"/>
              <a:gd name="csX5" fmla="*/ 0 w 11951"/>
              <a:gd name="csY5" fmla="*/ 5000 h 10000"/>
              <a:gd name="csX6" fmla="*/ 1667 w 11951"/>
              <a:gd name="csY6" fmla="*/ 0 h 10000"/>
              <a:gd name="csX0" fmla="*/ 1667 w 11951"/>
              <a:gd name="csY0" fmla="*/ 0 h 10000"/>
              <a:gd name="csX1" fmla="*/ 11951 w 11951"/>
              <a:gd name="csY1" fmla="*/ 90 h 10000"/>
              <a:gd name="csX2" fmla="*/ 5876 w 11951"/>
              <a:gd name="csY2" fmla="*/ 4201 h 10000"/>
              <a:gd name="csX3" fmla="*/ 10000 w 11951"/>
              <a:gd name="csY3" fmla="*/ 10000 h 10000"/>
              <a:gd name="csX4" fmla="*/ 1667 w 11951"/>
              <a:gd name="csY4" fmla="*/ 10000 h 10000"/>
              <a:gd name="csX5" fmla="*/ 0 w 11951"/>
              <a:gd name="csY5" fmla="*/ 5000 h 10000"/>
              <a:gd name="csX6" fmla="*/ 1667 w 11951"/>
              <a:gd name="csY6" fmla="*/ 0 h 10000"/>
              <a:gd name="csX0" fmla="*/ 1667 w 12312"/>
              <a:gd name="csY0" fmla="*/ 0 h 10015"/>
              <a:gd name="csX1" fmla="*/ 11951 w 12312"/>
              <a:gd name="csY1" fmla="*/ 90 h 10015"/>
              <a:gd name="csX2" fmla="*/ 5876 w 12312"/>
              <a:gd name="csY2" fmla="*/ 4201 h 10015"/>
              <a:gd name="csX3" fmla="*/ 12312 w 12312"/>
              <a:gd name="csY3" fmla="*/ 10015 h 10015"/>
              <a:gd name="csX4" fmla="*/ 1667 w 12312"/>
              <a:gd name="csY4" fmla="*/ 10000 h 10015"/>
              <a:gd name="csX5" fmla="*/ 0 w 12312"/>
              <a:gd name="csY5" fmla="*/ 5000 h 10015"/>
              <a:gd name="csX6" fmla="*/ 1667 w 12312"/>
              <a:gd name="csY6" fmla="*/ 0 h 10015"/>
              <a:gd name="csX0" fmla="*/ 1667 w 12312"/>
              <a:gd name="csY0" fmla="*/ 0 h 10015"/>
              <a:gd name="csX1" fmla="*/ 11951 w 12312"/>
              <a:gd name="csY1" fmla="*/ 90 h 10015"/>
              <a:gd name="csX2" fmla="*/ 6382 w 12312"/>
              <a:gd name="csY2" fmla="*/ 5120 h 10015"/>
              <a:gd name="csX3" fmla="*/ 12312 w 12312"/>
              <a:gd name="csY3" fmla="*/ 10015 h 10015"/>
              <a:gd name="csX4" fmla="*/ 1667 w 12312"/>
              <a:gd name="csY4" fmla="*/ 10000 h 10015"/>
              <a:gd name="csX5" fmla="*/ 0 w 12312"/>
              <a:gd name="csY5" fmla="*/ 5000 h 10015"/>
              <a:gd name="csX6" fmla="*/ 1667 w 12312"/>
              <a:gd name="csY6" fmla="*/ 0 h 10015"/>
              <a:gd name="csX0" fmla="*/ 1667 w 12314"/>
              <a:gd name="csY0" fmla="*/ 0 h 10015"/>
              <a:gd name="csX1" fmla="*/ 12314 w 12314"/>
              <a:gd name="csY1" fmla="*/ 31 h 10015"/>
              <a:gd name="csX2" fmla="*/ 6382 w 12314"/>
              <a:gd name="csY2" fmla="*/ 5120 h 10015"/>
              <a:gd name="csX3" fmla="*/ 12312 w 12314"/>
              <a:gd name="csY3" fmla="*/ 10015 h 10015"/>
              <a:gd name="csX4" fmla="*/ 1667 w 12314"/>
              <a:gd name="csY4" fmla="*/ 10000 h 10015"/>
              <a:gd name="csX5" fmla="*/ 0 w 12314"/>
              <a:gd name="csY5" fmla="*/ 5000 h 10015"/>
              <a:gd name="csX6" fmla="*/ 1667 w 12314"/>
              <a:gd name="csY6" fmla="*/ 0 h 10015"/>
              <a:gd name="csX0" fmla="*/ 1667 w 12894"/>
              <a:gd name="csY0" fmla="*/ 13 h 10028"/>
              <a:gd name="csX1" fmla="*/ 12894 w 12894"/>
              <a:gd name="csY1" fmla="*/ 0 h 10028"/>
              <a:gd name="csX2" fmla="*/ 6382 w 12894"/>
              <a:gd name="csY2" fmla="*/ 5133 h 10028"/>
              <a:gd name="csX3" fmla="*/ 12312 w 12894"/>
              <a:gd name="csY3" fmla="*/ 10028 h 10028"/>
              <a:gd name="csX4" fmla="*/ 1667 w 12894"/>
              <a:gd name="csY4" fmla="*/ 10013 h 10028"/>
              <a:gd name="csX5" fmla="*/ 0 w 12894"/>
              <a:gd name="csY5" fmla="*/ 5013 h 10028"/>
              <a:gd name="csX6" fmla="*/ 1667 w 12894"/>
              <a:gd name="csY6" fmla="*/ 13 h 10028"/>
              <a:gd name="csX0" fmla="*/ 1667 w 12894"/>
              <a:gd name="csY0" fmla="*/ 13 h 10028"/>
              <a:gd name="csX1" fmla="*/ 12894 w 12894"/>
              <a:gd name="csY1" fmla="*/ 0 h 10028"/>
              <a:gd name="csX2" fmla="*/ 6105 w 12894"/>
              <a:gd name="csY2" fmla="*/ 5044 h 10028"/>
              <a:gd name="csX3" fmla="*/ 12312 w 12894"/>
              <a:gd name="csY3" fmla="*/ 10028 h 10028"/>
              <a:gd name="csX4" fmla="*/ 1667 w 12894"/>
              <a:gd name="csY4" fmla="*/ 10013 h 10028"/>
              <a:gd name="csX5" fmla="*/ 0 w 12894"/>
              <a:gd name="csY5" fmla="*/ 5013 h 10028"/>
              <a:gd name="csX6" fmla="*/ 1667 w 12894"/>
              <a:gd name="csY6" fmla="*/ 13 h 10028"/>
              <a:gd name="csX0" fmla="*/ 1667 w 12894"/>
              <a:gd name="csY0" fmla="*/ 13 h 10028"/>
              <a:gd name="csX1" fmla="*/ 12894 w 12894"/>
              <a:gd name="csY1" fmla="*/ 0 h 10028"/>
              <a:gd name="csX2" fmla="*/ 6868 w 12894"/>
              <a:gd name="csY2" fmla="*/ 5029 h 10028"/>
              <a:gd name="csX3" fmla="*/ 12312 w 12894"/>
              <a:gd name="csY3" fmla="*/ 10028 h 10028"/>
              <a:gd name="csX4" fmla="*/ 1667 w 12894"/>
              <a:gd name="csY4" fmla="*/ 10013 h 10028"/>
              <a:gd name="csX5" fmla="*/ 0 w 12894"/>
              <a:gd name="csY5" fmla="*/ 5013 h 10028"/>
              <a:gd name="csX6" fmla="*/ 1667 w 12894"/>
              <a:gd name="csY6" fmla="*/ 13 h 100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894" h="10028">
                <a:moveTo>
                  <a:pt x="1667" y="13"/>
                </a:moveTo>
                <a:lnTo>
                  <a:pt x="12894" y="0"/>
                </a:lnTo>
                <a:cubicBezTo>
                  <a:pt x="11973" y="0"/>
                  <a:pt x="6965" y="3358"/>
                  <a:pt x="6868" y="5029"/>
                </a:cubicBezTo>
                <a:cubicBezTo>
                  <a:pt x="6771" y="6700"/>
                  <a:pt x="11391" y="10028"/>
                  <a:pt x="12312" y="10028"/>
                </a:cubicBezTo>
                <a:lnTo>
                  <a:pt x="1667" y="10013"/>
                </a:lnTo>
                <a:cubicBezTo>
                  <a:pt x="746" y="10013"/>
                  <a:pt x="0" y="7774"/>
                  <a:pt x="0" y="5013"/>
                </a:cubicBezTo>
                <a:cubicBezTo>
                  <a:pt x="0" y="2252"/>
                  <a:pt x="746" y="13"/>
                  <a:pt x="1667" y="13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Flowchart: Stored Data 29">
            <a:extLst>
              <a:ext uri="{FF2B5EF4-FFF2-40B4-BE49-F238E27FC236}">
                <a16:creationId xmlns:a16="http://schemas.microsoft.com/office/drawing/2014/main" id="{708670B1-1EF1-B0D4-D31C-C353438A4BF2}"/>
              </a:ext>
            </a:extLst>
          </p:cNvPr>
          <p:cNvSpPr/>
          <p:nvPr/>
        </p:nvSpPr>
        <p:spPr>
          <a:xfrm rot="10800000">
            <a:off x="10500848" y="10286"/>
            <a:ext cx="1725311" cy="6949313"/>
          </a:xfrm>
          <a:custGeom>
            <a:avLst/>
            <a:gdLst>
              <a:gd name="csX0" fmla="*/ 1667 w 10000"/>
              <a:gd name="csY0" fmla="*/ 0 h 10000"/>
              <a:gd name="csX1" fmla="*/ 10000 w 10000"/>
              <a:gd name="csY1" fmla="*/ 0 h 10000"/>
              <a:gd name="csX2" fmla="*/ 8333 w 10000"/>
              <a:gd name="csY2" fmla="*/ 5000 h 10000"/>
              <a:gd name="csX3" fmla="*/ 10000 w 10000"/>
              <a:gd name="csY3" fmla="*/ 10000 h 10000"/>
              <a:gd name="csX4" fmla="*/ 1667 w 10000"/>
              <a:gd name="csY4" fmla="*/ 10000 h 10000"/>
              <a:gd name="csX5" fmla="*/ 0 w 10000"/>
              <a:gd name="csY5" fmla="*/ 5000 h 10000"/>
              <a:gd name="csX6" fmla="*/ 1667 w 10000"/>
              <a:gd name="csY6" fmla="*/ 0 h 10000"/>
              <a:gd name="csX0" fmla="*/ 1667 w 11951"/>
              <a:gd name="csY0" fmla="*/ 0 h 10000"/>
              <a:gd name="csX1" fmla="*/ 11951 w 11951"/>
              <a:gd name="csY1" fmla="*/ 90 h 10000"/>
              <a:gd name="csX2" fmla="*/ 8333 w 11951"/>
              <a:gd name="csY2" fmla="*/ 5000 h 10000"/>
              <a:gd name="csX3" fmla="*/ 10000 w 11951"/>
              <a:gd name="csY3" fmla="*/ 10000 h 10000"/>
              <a:gd name="csX4" fmla="*/ 1667 w 11951"/>
              <a:gd name="csY4" fmla="*/ 10000 h 10000"/>
              <a:gd name="csX5" fmla="*/ 0 w 11951"/>
              <a:gd name="csY5" fmla="*/ 5000 h 10000"/>
              <a:gd name="csX6" fmla="*/ 1667 w 11951"/>
              <a:gd name="csY6" fmla="*/ 0 h 10000"/>
              <a:gd name="csX0" fmla="*/ 1667 w 11951"/>
              <a:gd name="csY0" fmla="*/ 0 h 10000"/>
              <a:gd name="csX1" fmla="*/ 11951 w 11951"/>
              <a:gd name="csY1" fmla="*/ 90 h 10000"/>
              <a:gd name="csX2" fmla="*/ 6093 w 11951"/>
              <a:gd name="csY2" fmla="*/ 4879 h 10000"/>
              <a:gd name="csX3" fmla="*/ 10000 w 11951"/>
              <a:gd name="csY3" fmla="*/ 10000 h 10000"/>
              <a:gd name="csX4" fmla="*/ 1667 w 11951"/>
              <a:gd name="csY4" fmla="*/ 10000 h 10000"/>
              <a:gd name="csX5" fmla="*/ 0 w 11951"/>
              <a:gd name="csY5" fmla="*/ 5000 h 10000"/>
              <a:gd name="csX6" fmla="*/ 1667 w 11951"/>
              <a:gd name="csY6" fmla="*/ 0 h 10000"/>
              <a:gd name="csX0" fmla="*/ 1667 w 11951"/>
              <a:gd name="csY0" fmla="*/ 0 h 10000"/>
              <a:gd name="csX1" fmla="*/ 11951 w 11951"/>
              <a:gd name="csY1" fmla="*/ 90 h 10000"/>
              <a:gd name="csX2" fmla="*/ 5876 w 11951"/>
              <a:gd name="csY2" fmla="*/ 4201 h 10000"/>
              <a:gd name="csX3" fmla="*/ 10000 w 11951"/>
              <a:gd name="csY3" fmla="*/ 10000 h 10000"/>
              <a:gd name="csX4" fmla="*/ 1667 w 11951"/>
              <a:gd name="csY4" fmla="*/ 10000 h 10000"/>
              <a:gd name="csX5" fmla="*/ 0 w 11951"/>
              <a:gd name="csY5" fmla="*/ 5000 h 10000"/>
              <a:gd name="csX6" fmla="*/ 1667 w 11951"/>
              <a:gd name="csY6" fmla="*/ 0 h 10000"/>
              <a:gd name="csX0" fmla="*/ 1667 w 12312"/>
              <a:gd name="csY0" fmla="*/ 0 h 10015"/>
              <a:gd name="csX1" fmla="*/ 11951 w 12312"/>
              <a:gd name="csY1" fmla="*/ 90 h 10015"/>
              <a:gd name="csX2" fmla="*/ 5876 w 12312"/>
              <a:gd name="csY2" fmla="*/ 4201 h 10015"/>
              <a:gd name="csX3" fmla="*/ 12312 w 12312"/>
              <a:gd name="csY3" fmla="*/ 10015 h 10015"/>
              <a:gd name="csX4" fmla="*/ 1667 w 12312"/>
              <a:gd name="csY4" fmla="*/ 10000 h 10015"/>
              <a:gd name="csX5" fmla="*/ 0 w 12312"/>
              <a:gd name="csY5" fmla="*/ 5000 h 10015"/>
              <a:gd name="csX6" fmla="*/ 1667 w 12312"/>
              <a:gd name="csY6" fmla="*/ 0 h 10015"/>
              <a:gd name="csX0" fmla="*/ 1667 w 12312"/>
              <a:gd name="csY0" fmla="*/ 0 h 10015"/>
              <a:gd name="csX1" fmla="*/ 11951 w 12312"/>
              <a:gd name="csY1" fmla="*/ 90 h 10015"/>
              <a:gd name="csX2" fmla="*/ 6382 w 12312"/>
              <a:gd name="csY2" fmla="*/ 5120 h 10015"/>
              <a:gd name="csX3" fmla="*/ 12312 w 12312"/>
              <a:gd name="csY3" fmla="*/ 10015 h 10015"/>
              <a:gd name="csX4" fmla="*/ 1667 w 12312"/>
              <a:gd name="csY4" fmla="*/ 10000 h 10015"/>
              <a:gd name="csX5" fmla="*/ 0 w 12312"/>
              <a:gd name="csY5" fmla="*/ 5000 h 10015"/>
              <a:gd name="csX6" fmla="*/ 1667 w 12312"/>
              <a:gd name="csY6" fmla="*/ 0 h 100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312" h="10015">
                <a:moveTo>
                  <a:pt x="1667" y="0"/>
                </a:moveTo>
                <a:lnTo>
                  <a:pt x="11951" y="90"/>
                </a:lnTo>
                <a:cubicBezTo>
                  <a:pt x="11030" y="90"/>
                  <a:pt x="6322" y="3466"/>
                  <a:pt x="6382" y="5120"/>
                </a:cubicBezTo>
                <a:cubicBezTo>
                  <a:pt x="6442" y="6774"/>
                  <a:pt x="11391" y="10015"/>
                  <a:pt x="12312" y="10015"/>
                </a:cubicBezTo>
                <a:lnTo>
                  <a:pt x="1667" y="10000"/>
                </a:lnTo>
                <a:cubicBezTo>
                  <a:pt x="746" y="10000"/>
                  <a:pt x="0" y="7761"/>
                  <a:pt x="0" y="5000"/>
                </a:cubicBezTo>
                <a:cubicBezTo>
                  <a:pt x="0" y="2239"/>
                  <a:pt x="746" y="0"/>
                  <a:pt x="1667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7889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8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7" dur="3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animBg="1"/>
      <p:bldP spid="23" grpId="0" build="allAtOnce"/>
      <p:bldP spid="26" grpId="0" animBg="1"/>
      <p:bldP spid="26" grpId="1" animBg="1"/>
      <p:bldP spid="2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1080F86-7AE7-8F97-9928-9CB8E30EC99E}"/>
              </a:ext>
            </a:extLst>
          </p:cNvPr>
          <p:cNvSpPr txBox="1"/>
          <p:nvPr/>
        </p:nvSpPr>
        <p:spPr>
          <a:xfrm>
            <a:off x="2231923" y="530941"/>
            <a:ext cx="10363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Bauhaus 93" panose="04030905020B02020C02" pitchFamily="82" charset="0"/>
              </a:rPr>
              <a:t>Data Content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FAB4DC-ED68-3810-646A-1F23B5D061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65" t="9892" r="12990" b="21484"/>
          <a:stretch>
            <a:fillRect/>
          </a:stretch>
        </p:blipFill>
        <p:spPr>
          <a:xfrm>
            <a:off x="995165" y="329609"/>
            <a:ext cx="1056919" cy="950059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2A20126-BAFF-F108-405E-415390D12434}"/>
              </a:ext>
            </a:extLst>
          </p:cNvPr>
          <p:cNvGrpSpPr/>
          <p:nvPr/>
        </p:nvGrpSpPr>
        <p:grpSpPr>
          <a:xfrm>
            <a:off x="10498042" y="-10906609"/>
            <a:ext cx="1267238" cy="18393498"/>
            <a:chOff x="10498042" y="-10906609"/>
            <a:chExt cx="1267238" cy="18393498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5C8F404-7410-5B45-C669-EC9B71F3CF3F}"/>
                </a:ext>
              </a:extLst>
            </p:cNvPr>
            <p:cNvGrpSpPr/>
            <p:nvPr/>
          </p:nvGrpSpPr>
          <p:grpSpPr>
            <a:xfrm>
              <a:off x="10498042" y="-1672147"/>
              <a:ext cx="1251998" cy="9159036"/>
              <a:chOff x="10498042" y="-1672147"/>
              <a:chExt cx="1251998" cy="9159036"/>
            </a:xfrm>
          </p:grpSpPr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4CCEF37-8E1C-C2A7-DBE6-20F6B01BD08B}"/>
                  </a:ext>
                </a:extLst>
              </p:cNvPr>
              <p:cNvSpPr/>
              <p:nvPr/>
            </p:nvSpPr>
            <p:spPr>
              <a:xfrm>
                <a:off x="10506821" y="5202815"/>
                <a:ext cx="1236758" cy="2284074"/>
              </a:xfrm>
              <a:custGeom>
                <a:avLst/>
                <a:gdLst>
                  <a:gd name="csX0" fmla="*/ 1161327 w 2322654"/>
                  <a:gd name="csY0" fmla="*/ 0 h 4067743"/>
                  <a:gd name="csX1" fmla="*/ 1275945 w 2322654"/>
                  <a:gd name="csY1" fmla="*/ 75621 h 4067743"/>
                  <a:gd name="csX2" fmla="*/ 2322654 w 2322654"/>
                  <a:gd name="csY2" fmla="*/ 2033871 h 4067743"/>
                  <a:gd name="csX3" fmla="*/ 1275945 w 2322654"/>
                  <a:gd name="csY3" fmla="*/ 3992122 h 4067743"/>
                  <a:gd name="csX4" fmla="*/ 1161327 w 2322654"/>
                  <a:gd name="csY4" fmla="*/ 4067743 h 4067743"/>
                  <a:gd name="csX5" fmla="*/ 1046710 w 2322654"/>
                  <a:gd name="csY5" fmla="*/ 3992122 h 4067743"/>
                  <a:gd name="csX6" fmla="*/ 0 w 2322654"/>
                  <a:gd name="csY6" fmla="*/ 2033871 h 4067743"/>
                  <a:gd name="csX7" fmla="*/ 1046710 w 2322654"/>
                  <a:gd name="csY7" fmla="*/ 75621 h 40677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2322654" h="4067743">
                    <a:moveTo>
                      <a:pt x="1161327" y="0"/>
                    </a:moveTo>
                    <a:lnTo>
                      <a:pt x="1275945" y="75621"/>
                    </a:lnTo>
                    <a:cubicBezTo>
                      <a:pt x="1915197" y="541081"/>
                      <a:pt x="2322654" y="1245494"/>
                      <a:pt x="2322654" y="2033871"/>
                    </a:cubicBezTo>
                    <a:cubicBezTo>
                      <a:pt x="2322654" y="2822249"/>
                      <a:pt x="1915197" y="3526661"/>
                      <a:pt x="1275945" y="3992122"/>
                    </a:cubicBezTo>
                    <a:lnTo>
                      <a:pt x="1161327" y="4067743"/>
                    </a:lnTo>
                    <a:lnTo>
                      <a:pt x="1046710" y="3992122"/>
                    </a:lnTo>
                    <a:cubicBezTo>
                      <a:pt x="407458" y="3526661"/>
                      <a:pt x="0" y="2822249"/>
                      <a:pt x="0" y="2033871"/>
                    </a:cubicBezTo>
                    <a:cubicBezTo>
                      <a:pt x="0" y="1245494"/>
                      <a:pt x="407458" y="541081"/>
                      <a:pt x="1046710" y="75621"/>
                    </a:cubicBez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a:blipFill>
              <a:ln w="1587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F846E7DE-8E40-4033-9BB7-F8EB4A3A5DBD}"/>
                  </a:ext>
                </a:extLst>
              </p:cNvPr>
              <p:cNvSpPr/>
              <p:nvPr/>
            </p:nvSpPr>
            <p:spPr>
              <a:xfrm>
                <a:off x="10506821" y="2860877"/>
                <a:ext cx="1236758" cy="2284074"/>
              </a:xfrm>
              <a:custGeom>
                <a:avLst/>
                <a:gdLst>
                  <a:gd name="csX0" fmla="*/ 1161327 w 2322654"/>
                  <a:gd name="csY0" fmla="*/ 0 h 4067743"/>
                  <a:gd name="csX1" fmla="*/ 1275945 w 2322654"/>
                  <a:gd name="csY1" fmla="*/ 75621 h 4067743"/>
                  <a:gd name="csX2" fmla="*/ 2322654 w 2322654"/>
                  <a:gd name="csY2" fmla="*/ 2033871 h 4067743"/>
                  <a:gd name="csX3" fmla="*/ 1275945 w 2322654"/>
                  <a:gd name="csY3" fmla="*/ 3992122 h 4067743"/>
                  <a:gd name="csX4" fmla="*/ 1161327 w 2322654"/>
                  <a:gd name="csY4" fmla="*/ 4067743 h 4067743"/>
                  <a:gd name="csX5" fmla="*/ 1046710 w 2322654"/>
                  <a:gd name="csY5" fmla="*/ 3992122 h 4067743"/>
                  <a:gd name="csX6" fmla="*/ 0 w 2322654"/>
                  <a:gd name="csY6" fmla="*/ 2033871 h 4067743"/>
                  <a:gd name="csX7" fmla="*/ 1046710 w 2322654"/>
                  <a:gd name="csY7" fmla="*/ 75621 h 40677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2322654" h="4067743">
                    <a:moveTo>
                      <a:pt x="1161327" y="0"/>
                    </a:moveTo>
                    <a:lnTo>
                      <a:pt x="1275945" y="75621"/>
                    </a:lnTo>
                    <a:cubicBezTo>
                      <a:pt x="1915197" y="541081"/>
                      <a:pt x="2322654" y="1245494"/>
                      <a:pt x="2322654" y="2033871"/>
                    </a:cubicBezTo>
                    <a:cubicBezTo>
                      <a:pt x="2322654" y="2822249"/>
                      <a:pt x="1915197" y="3526661"/>
                      <a:pt x="1275945" y="3992122"/>
                    </a:cubicBezTo>
                    <a:lnTo>
                      <a:pt x="1161327" y="4067743"/>
                    </a:lnTo>
                    <a:lnTo>
                      <a:pt x="1046710" y="3992122"/>
                    </a:lnTo>
                    <a:cubicBezTo>
                      <a:pt x="407458" y="3526661"/>
                      <a:pt x="0" y="2822249"/>
                      <a:pt x="0" y="2033871"/>
                    </a:cubicBezTo>
                    <a:cubicBezTo>
                      <a:pt x="0" y="1245494"/>
                      <a:pt x="407458" y="541081"/>
                      <a:pt x="1046710" y="75621"/>
                    </a:cubicBez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a:blipFill>
              <a:ln w="1587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7505FAF6-F78F-C30A-B3E7-0CA5E1A25D72}"/>
                  </a:ext>
                </a:extLst>
              </p:cNvPr>
              <p:cNvSpPr/>
              <p:nvPr/>
            </p:nvSpPr>
            <p:spPr>
              <a:xfrm>
                <a:off x="10513282" y="-1672147"/>
                <a:ext cx="1236758" cy="2284074"/>
              </a:xfrm>
              <a:custGeom>
                <a:avLst/>
                <a:gdLst>
                  <a:gd name="csX0" fmla="*/ 1161327 w 2322654"/>
                  <a:gd name="csY0" fmla="*/ 0 h 4067743"/>
                  <a:gd name="csX1" fmla="*/ 1275945 w 2322654"/>
                  <a:gd name="csY1" fmla="*/ 75621 h 4067743"/>
                  <a:gd name="csX2" fmla="*/ 2322654 w 2322654"/>
                  <a:gd name="csY2" fmla="*/ 2033871 h 4067743"/>
                  <a:gd name="csX3" fmla="*/ 1275945 w 2322654"/>
                  <a:gd name="csY3" fmla="*/ 3992122 h 4067743"/>
                  <a:gd name="csX4" fmla="*/ 1161327 w 2322654"/>
                  <a:gd name="csY4" fmla="*/ 4067743 h 4067743"/>
                  <a:gd name="csX5" fmla="*/ 1046710 w 2322654"/>
                  <a:gd name="csY5" fmla="*/ 3992122 h 4067743"/>
                  <a:gd name="csX6" fmla="*/ 0 w 2322654"/>
                  <a:gd name="csY6" fmla="*/ 2033871 h 4067743"/>
                  <a:gd name="csX7" fmla="*/ 1046710 w 2322654"/>
                  <a:gd name="csY7" fmla="*/ 75621 h 40677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2322654" h="4067743">
                    <a:moveTo>
                      <a:pt x="1161327" y="0"/>
                    </a:moveTo>
                    <a:lnTo>
                      <a:pt x="1275945" y="75621"/>
                    </a:lnTo>
                    <a:cubicBezTo>
                      <a:pt x="1915197" y="541081"/>
                      <a:pt x="2322654" y="1245494"/>
                      <a:pt x="2322654" y="2033871"/>
                    </a:cubicBezTo>
                    <a:cubicBezTo>
                      <a:pt x="2322654" y="2822249"/>
                      <a:pt x="1915197" y="3526661"/>
                      <a:pt x="1275945" y="3992122"/>
                    </a:cubicBezTo>
                    <a:lnTo>
                      <a:pt x="1161327" y="4067743"/>
                    </a:lnTo>
                    <a:lnTo>
                      <a:pt x="1046710" y="3992122"/>
                    </a:lnTo>
                    <a:cubicBezTo>
                      <a:pt x="407458" y="3526661"/>
                      <a:pt x="0" y="2822249"/>
                      <a:pt x="0" y="2033871"/>
                    </a:cubicBezTo>
                    <a:cubicBezTo>
                      <a:pt x="0" y="1245494"/>
                      <a:pt x="407458" y="541081"/>
                      <a:pt x="1046710" y="75621"/>
                    </a:cubicBez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a:blipFill>
              <a:ln w="1587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890B3A4B-3A96-3FC4-A1FC-99A40EFBADD1}"/>
                  </a:ext>
                </a:extLst>
              </p:cNvPr>
              <p:cNvSpPr/>
              <p:nvPr/>
            </p:nvSpPr>
            <p:spPr>
              <a:xfrm>
                <a:off x="10498042" y="610379"/>
                <a:ext cx="1236758" cy="2284074"/>
              </a:xfrm>
              <a:custGeom>
                <a:avLst/>
                <a:gdLst>
                  <a:gd name="csX0" fmla="*/ 1161327 w 2322654"/>
                  <a:gd name="csY0" fmla="*/ 0 h 4067743"/>
                  <a:gd name="csX1" fmla="*/ 1275945 w 2322654"/>
                  <a:gd name="csY1" fmla="*/ 75621 h 4067743"/>
                  <a:gd name="csX2" fmla="*/ 2322654 w 2322654"/>
                  <a:gd name="csY2" fmla="*/ 2033871 h 4067743"/>
                  <a:gd name="csX3" fmla="*/ 1275945 w 2322654"/>
                  <a:gd name="csY3" fmla="*/ 3992122 h 4067743"/>
                  <a:gd name="csX4" fmla="*/ 1161327 w 2322654"/>
                  <a:gd name="csY4" fmla="*/ 4067743 h 4067743"/>
                  <a:gd name="csX5" fmla="*/ 1046710 w 2322654"/>
                  <a:gd name="csY5" fmla="*/ 3992122 h 4067743"/>
                  <a:gd name="csX6" fmla="*/ 0 w 2322654"/>
                  <a:gd name="csY6" fmla="*/ 2033871 h 4067743"/>
                  <a:gd name="csX7" fmla="*/ 1046710 w 2322654"/>
                  <a:gd name="csY7" fmla="*/ 75621 h 40677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2322654" h="4067743">
                    <a:moveTo>
                      <a:pt x="1161327" y="0"/>
                    </a:moveTo>
                    <a:lnTo>
                      <a:pt x="1275945" y="75621"/>
                    </a:lnTo>
                    <a:cubicBezTo>
                      <a:pt x="1915197" y="541081"/>
                      <a:pt x="2322654" y="1245494"/>
                      <a:pt x="2322654" y="2033871"/>
                    </a:cubicBezTo>
                    <a:cubicBezTo>
                      <a:pt x="2322654" y="2822249"/>
                      <a:pt x="1915197" y="3526661"/>
                      <a:pt x="1275945" y="3992122"/>
                    </a:cubicBezTo>
                    <a:lnTo>
                      <a:pt x="1161327" y="4067743"/>
                    </a:lnTo>
                    <a:lnTo>
                      <a:pt x="1046710" y="3992122"/>
                    </a:lnTo>
                    <a:cubicBezTo>
                      <a:pt x="407458" y="3526661"/>
                      <a:pt x="0" y="2822249"/>
                      <a:pt x="0" y="2033871"/>
                    </a:cubicBezTo>
                    <a:cubicBezTo>
                      <a:pt x="0" y="1245494"/>
                      <a:pt x="407458" y="541081"/>
                      <a:pt x="1046710" y="75621"/>
                    </a:cubicBez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a:blipFill>
              <a:ln w="1587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20C208C-DA7B-7C24-BB41-CDA576588B37}"/>
                </a:ext>
              </a:extLst>
            </p:cNvPr>
            <p:cNvGrpSpPr/>
            <p:nvPr/>
          </p:nvGrpSpPr>
          <p:grpSpPr>
            <a:xfrm>
              <a:off x="10513282" y="-10906609"/>
              <a:ext cx="1251998" cy="9159036"/>
              <a:chOff x="10498042" y="-1672147"/>
              <a:chExt cx="1251998" cy="9159036"/>
            </a:xfrm>
          </p:grpSpPr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02A2C57D-9F12-C8D1-6500-26722C446732}"/>
                  </a:ext>
                </a:extLst>
              </p:cNvPr>
              <p:cNvSpPr/>
              <p:nvPr/>
            </p:nvSpPr>
            <p:spPr>
              <a:xfrm>
                <a:off x="10506821" y="5202815"/>
                <a:ext cx="1236758" cy="2284074"/>
              </a:xfrm>
              <a:custGeom>
                <a:avLst/>
                <a:gdLst>
                  <a:gd name="csX0" fmla="*/ 1161327 w 2322654"/>
                  <a:gd name="csY0" fmla="*/ 0 h 4067743"/>
                  <a:gd name="csX1" fmla="*/ 1275945 w 2322654"/>
                  <a:gd name="csY1" fmla="*/ 75621 h 4067743"/>
                  <a:gd name="csX2" fmla="*/ 2322654 w 2322654"/>
                  <a:gd name="csY2" fmla="*/ 2033871 h 4067743"/>
                  <a:gd name="csX3" fmla="*/ 1275945 w 2322654"/>
                  <a:gd name="csY3" fmla="*/ 3992122 h 4067743"/>
                  <a:gd name="csX4" fmla="*/ 1161327 w 2322654"/>
                  <a:gd name="csY4" fmla="*/ 4067743 h 4067743"/>
                  <a:gd name="csX5" fmla="*/ 1046710 w 2322654"/>
                  <a:gd name="csY5" fmla="*/ 3992122 h 4067743"/>
                  <a:gd name="csX6" fmla="*/ 0 w 2322654"/>
                  <a:gd name="csY6" fmla="*/ 2033871 h 4067743"/>
                  <a:gd name="csX7" fmla="*/ 1046710 w 2322654"/>
                  <a:gd name="csY7" fmla="*/ 75621 h 40677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2322654" h="4067743">
                    <a:moveTo>
                      <a:pt x="1161327" y="0"/>
                    </a:moveTo>
                    <a:lnTo>
                      <a:pt x="1275945" y="75621"/>
                    </a:lnTo>
                    <a:cubicBezTo>
                      <a:pt x="1915197" y="541081"/>
                      <a:pt x="2322654" y="1245494"/>
                      <a:pt x="2322654" y="2033871"/>
                    </a:cubicBezTo>
                    <a:cubicBezTo>
                      <a:pt x="2322654" y="2822249"/>
                      <a:pt x="1915197" y="3526661"/>
                      <a:pt x="1275945" y="3992122"/>
                    </a:cubicBezTo>
                    <a:lnTo>
                      <a:pt x="1161327" y="4067743"/>
                    </a:lnTo>
                    <a:lnTo>
                      <a:pt x="1046710" y="3992122"/>
                    </a:lnTo>
                    <a:cubicBezTo>
                      <a:pt x="407458" y="3526661"/>
                      <a:pt x="0" y="2822249"/>
                      <a:pt x="0" y="2033871"/>
                    </a:cubicBezTo>
                    <a:cubicBezTo>
                      <a:pt x="0" y="1245494"/>
                      <a:pt x="407458" y="541081"/>
                      <a:pt x="1046710" y="75621"/>
                    </a:cubicBez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a:blipFill>
              <a:ln w="1587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5C775DAE-1024-7BCB-DC69-BB2EF9A34154}"/>
                  </a:ext>
                </a:extLst>
              </p:cNvPr>
              <p:cNvSpPr/>
              <p:nvPr/>
            </p:nvSpPr>
            <p:spPr>
              <a:xfrm>
                <a:off x="10506821" y="2860877"/>
                <a:ext cx="1236758" cy="2284074"/>
              </a:xfrm>
              <a:custGeom>
                <a:avLst/>
                <a:gdLst>
                  <a:gd name="csX0" fmla="*/ 1161327 w 2322654"/>
                  <a:gd name="csY0" fmla="*/ 0 h 4067743"/>
                  <a:gd name="csX1" fmla="*/ 1275945 w 2322654"/>
                  <a:gd name="csY1" fmla="*/ 75621 h 4067743"/>
                  <a:gd name="csX2" fmla="*/ 2322654 w 2322654"/>
                  <a:gd name="csY2" fmla="*/ 2033871 h 4067743"/>
                  <a:gd name="csX3" fmla="*/ 1275945 w 2322654"/>
                  <a:gd name="csY3" fmla="*/ 3992122 h 4067743"/>
                  <a:gd name="csX4" fmla="*/ 1161327 w 2322654"/>
                  <a:gd name="csY4" fmla="*/ 4067743 h 4067743"/>
                  <a:gd name="csX5" fmla="*/ 1046710 w 2322654"/>
                  <a:gd name="csY5" fmla="*/ 3992122 h 4067743"/>
                  <a:gd name="csX6" fmla="*/ 0 w 2322654"/>
                  <a:gd name="csY6" fmla="*/ 2033871 h 4067743"/>
                  <a:gd name="csX7" fmla="*/ 1046710 w 2322654"/>
                  <a:gd name="csY7" fmla="*/ 75621 h 40677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2322654" h="4067743">
                    <a:moveTo>
                      <a:pt x="1161327" y="0"/>
                    </a:moveTo>
                    <a:lnTo>
                      <a:pt x="1275945" y="75621"/>
                    </a:lnTo>
                    <a:cubicBezTo>
                      <a:pt x="1915197" y="541081"/>
                      <a:pt x="2322654" y="1245494"/>
                      <a:pt x="2322654" y="2033871"/>
                    </a:cubicBezTo>
                    <a:cubicBezTo>
                      <a:pt x="2322654" y="2822249"/>
                      <a:pt x="1915197" y="3526661"/>
                      <a:pt x="1275945" y="3992122"/>
                    </a:cubicBezTo>
                    <a:lnTo>
                      <a:pt x="1161327" y="4067743"/>
                    </a:lnTo>
                    <a:lnTo>
                      <a:pt x="1046710" y="3992122"/>
                    </a:lnTo>
                    <a:cubicBezTo>
                      <a:pt x="407458" y="3526661"/>
                      <a:pt x="0" y="2822249"/>
                      <a:pt x="0" y="2033871"/>
                    </a:cubicBezTo>
                    <a:cubicBezTo>
                      <a:pt x="0" y="1245494"/>
                      <a:pt x="407458" y="541081"/>
                      <a:pt x="1046710" y="75621"/>
                    </a:cubicBez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a:blipFill>
              <a:ln w="1587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1094297-D634-4CDC-C3EF-76E1011A3CC1}"/>
                  </a:ext>
                </a:extLst>
              </p:cNvPr>
              <p:cNvSpPr/>
              <p:nvPr/>
            </p:nvSpPr>
            <p:spPr>
              <a:xfrm>
                <a:off x="10513282" y="-1672147"/>
                <a:ext cx="1236758" cy="2284074"/>
              </a:xfrm>
              <a:custGeom>
                <a:avLst/>
                <a:gdLst>
                  <a:gd name="csX0" fmla="*/ 1161327 w 2322654"/>
                  <a:gd name="csY0" fmla="*/ 0 h 4067743"/>
                  <a:gd name="csX1" fmla="*/ 1275945 w 2322654"/>
                  <a:gd name="csY1" fmla="*/ 75621 h 4067743"/>
                  <a:gd name="csX2" fmla="*/ 2322654 w 2322654"/>
                  <a:gd name="csY2" fmla="*/ 2033871 h 4067743"/>
                  <a:gd name="csX3" fmla="*/ 1275945 w 2322654"/>
                  <a:gd name="csY3" fmla="*/ 3992122 h 4067743"/>
                  <a:gd name="csX4" fmla="*/ 1161327 w 2322654"/>
                  <a:gd name="csY4" fmla="*/ 4067743 h 4067743"/>
                  <a:gd name="csX5" fmla="*/ 1046710 w 2322654"/>
                  <a:gd name="csY5" fmla="*/ 3992122 h 4067743"/>
                  <a:gd name="csX6" fmla="*/ 0 w 2322654"/>
                  <a:gd name="csY6" fmla="*/ 2033871 h 4067743"/>
                  <a:gd name="csX7" fmla="*/ 1046710 w 2322654"/>
                  <a:gd name="csY7" fmla="*/ 75621 h 40677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2322654" h="4067743">
                    <a:moveTo>
                      <a:pt x="1161327" y="0"/>
                    </a:moveTo>
                    <a:lnTo>
                      <a:pt x="1275945" y="75621"/>
                    </a:lnTo>
                    <a:cubicBezTo>
                      <a:pt x="1915197" y="541081"/>
                      <a:pt x="2322654" y="1245494"/>
                      <a:pt x="2322654" y="2033871"/>
                    </a:cubicBezTo>
                    <a:cubicBezTo>
                      <a:pt x="2322654" y="2822249"/>
                      <a:pt x="1915197" y="3526661"/>
                      <a:pt x="1275945" y="3992122"/>
                    </a:cubicBezTo>
                    <a:lnTo>
                      <a:pt x="1161327" y="4067743"/>
                    </a:lnTo>
                    <a:lnTo>
                      <a:pt x="1046710" y="3992122"/>
                    </a:lnTo>
                    <a:cubicBezTo>
                      <a:pt x="407458" y="3526661"/>
                      <a:pt x="0" y="2822249"/>
                      <a:pt x="0" y="2033871"/>
                    </a:cubicBezTo>
                    <a:cubicBezTo>
                      <a:pt x="0" y="1245494"/>
                      <a:pt x="407458" y="541081"/>
                      <a:pt x="1046710" y="75621"/>
                    </a:cubicBez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a:blipFill>
              <a:ln w="1587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C61A81E-9488-2AB6-2E58-54F9E1133FB5}"/>
                  </a:ext>
                </a:extLst>
              </p:cNvPr>
              <p:cNvSpPr/>
              <p:nvPr/>
            </p:nvSpPr>
            <p:spPr>
              <a:xfrm>
                <a:off x="10498042" y="610379"/>
                <a:ext cx="1236758" cy="2284074"/>
              </a:xfrm>
              <a:custGeom>
                <a:avLst/>
                <a:gdLst>
                  <a:gd name="csX0" fmla="*/ 1161327 w 2322654"/>
                  <a:gd name="csY0" fmla="*/ 0 h 4067743"/>
                  <a:gd name="csX1" fmla="*/ 1275945 w 2322654"/>
                  <a:gd name="csY1" fmla="*/ 75621 h 4067743"/>
                  <a:gd name="csX2" fmla="*/ 2322654 w 2322654"/>
                  <a:gd name="csY2" fmla="*/ 2033871 h 4067743"/>
                  <a:gd name="csX3" fmla="*/ 1275945 w 2322654"/>
                  <a:gd name="csY3" fmla="*/ 3992122 h 4067743"/>
                  <a:gd name="csX4" fmla="*/ 1161327 w 2322654"/>
                  <a:gd name="csY4" fmla="*/ 4067743 h 4067743"/>
                  <a:gd name="csX5" fmla="*/ 1046710 w 2322654"/>
                  <a:gd name="csY5" fmla="*/ 3992122 h 4067743"/>
                  <a:gd name="csX6" fmla="*/ 0 w 2322654"/>
                  <a:gd name="csY6" fmla="*/ 2033871 h 4067743"/>
                  <a:gd name="csX7" fmla="*/ 1046710 w 2322654"/>
                  <a:gd name="csY7" fmla="*/ 75621 h 40677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2322654" h="4067743">
                    <a:moveTo>
                      <a:pt x="1161327" y="0"/>
                    </a:moveTo>
                    <a:lnTo>
                      <a:pt x="1275945" y="75621"/>
                    </a:lnTo>
                    <a:cubicBezTo>
                      <a:pt x="1915197" y="541081"/>
                      <a:pt x="2322654" y="1245494"/>
                      <a:pt x="2322654" y="2033871"/>
                    </a:cubicBezTo>
                    <a:cubicBezTo>
                      <a:pt x="2322654" y="2822249"/>
                      <a:pt x="1915197" y="3526661"/>
                      <a:pt x="1275945" y="3992122"/>
                    </a:cubicBezTo>
                    <a:lnTo>
                      <a:pt x="1161327" y="4067743"/>
                    </a:lnTo>
                    <a:lnTo>
                      <a:pt x="1046710" y="3992122"/>
                    </a:lnTo>
                    <a:cubicBezTo>
                      <a:pt x="407458" y="3526661"/>
                      <a:pt x="0" y="2822249"/>
                      <a:pt x="0" y="2033871"/>
                    </a:cubicBezTo>
                    <a:cubicBezTo>
                      <a:pt x="0" y="1245494"/>
                      <a:pt x="407458" y="541081"/>
                      <a:pt x="1046710" y="75621"/>
                    </a:cubicBez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a:blipFill>
              <a:ln w="1587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5A12C805-BD10-7549-6812-8FC6AFF2B1A9}"/>
              </a:ext>
            </a:extLst>
          </p:cNvPr>
          <p:cNvSpPr txBox="1"/>
          <p:nvPr/>
        </p:nvSpPr>
        <p:spPr>
          <a:xfrm>
            <a:off x="441959" y="1634916"/>
            <a:ext cx="91957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In case you forgot…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BD6941-AADB-A975-3D91-9CF6C1D6FF7F}"/>
              </a:ext>
            </a:extLst>
          </p:cNvPr>
          <p:cNvSpPr txBox="1"/>
          <p:nvPr/>
        </p:nvSpPr>
        <p:spPr>
          <a:xfrm>
            <a:off x="609599" y="2379641"/>
            <a:ext cx="902811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Bahnschrift" panose="020B0502040204020203" pitchFamily="34" charset="0"/>
              </a:rPr>
              <a:t>“Real Property Tax 2024” via Data Montgomery :: &gt;345,000 Cases, 75 Variables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accent1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accent1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accent1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Bahnschrift" panose="020B0502040204020203" pitchFamily="34" charset="0"/>
              </a:rPr>
              <a:t>“Housing Code Violations” via Data Montgomery :: &gt;935,000 Cases, 24 Variables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accent1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accent1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000" dirty="0">
              <a:solidFill>
                <a:schemeClr val="accent1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Bahnschrift" panose="020B0502040204020203" pitchFamily="34" charset="0"/>
              </a:rPr>
              <a:t>Wrangling involved geocoding and turning character variables into numbers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336A21-74D6-62C5-EF23-9D826D9E5204}"/>
              </a:ext>
            </a:extLst>
          </p:cNvPr>
          <p:cNvSpPr txBox="1"/>
          <p:nvPr/>
        </p:nvSpPr>
        <p:spPr>
          <a:xfrm>
            <a:off x="8186700" y="6488668"/>
            <a:ext cx="4683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© </a:t>
            </a:r>
            <a:r>
              <a:rPr lang="en-US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Tricell</a:t>
            </a:r>
            <a:r>
              <a:rPr lang="en-US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Inc.</a:t>
            </a:r>
          </a:p>
        </p:txBody>
      </p:sp>
    </p:spTree>
    <p:extLst>
      <p:ext uri="{BB962C8B-B14F-4D97-AF65-F5344CB8AC3E}">
        <p14:creationId xmlns:p14="http://schemas.microsoft.com/office/powerpoint/2010/main" val="40601064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4.44444E-6 L -0.00117 1.34098 " pathEditMode="relative" rAng="0" ptsTypes="AA">
                                      <p:cBhvr>
                                        <p:cTn id="6" dur="1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6703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1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" name="Group 2047">
            <a:extLst>
              <a:ext uri="{FF2B5EF4-FFF2-40B4-BE49-F238E27FC236}">
                <a16:creationId xmlns:a16="http://schemas.microsoft.com/office/drawing/2014/main" id="{9079AB7B-3233-0103-84CF-AA3EE980A354}"/>
              </a:ext>
            </a:extLst>
          </p:cNvPr>
          <p:cNvGrpSpPr/>
          <p:nvPr/>
        </p:nvGrpSpPr>
        <p:grpSpPr>
          <a:xfrm>
            <a:off x="922867" y="814355"/>
            <a:ext cx="9948333" cy="5181109"/>
            <a:chOff x="6485860" y="2043059"/>
            <a:chExt cx="5283032" cy="2761142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35625764-A78D-0D41-E803-D20616AED09F}"/>
                </a:ext>
              </a:extLst>
            </p:cNvPr>
            <p:cNvGrpSpPr/>
            <p:nvPr/>
          </p:nvGrpSpPr>
          <p:grpSpPr>
            <a:xfrm>
              <a:off x="6485860" y="2043059"/>
              <a:ext cx="5283032" cy="2761142"/>
              <a:chOff x="6485860" y="2043059"/>
              <a:chExt cx="5283032" cy="2761142"/>
            </a:xfrm>
          </p:grpSpPr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9115650-BD43-1643-529F-D660D5BD9659}"/>
                  </a:ext>
                </a:extLst>
              </p:cNvPr>
              <p:cNvSpPr/>
              <p:nvPr/>
            </p:nvSpPr>
            <p:spPr>
              <a:xfrm rot="5400000">
                <a:off x="7746805" y="782114"/>
                <a:ext cx="2761142" cy="5283032"/>
              </a:xfrm>
              <a:custGeom>
                <a:avLst/>
                <a:gdLst>
                  <a:gd name="csX0" fmla="*/ 1012752 w 2025504"/>
                  <a:gd name="csY0" fmla="*/ 0 h 3366652"/>
                  <a:gd name="csX1" fmla="*/ 1132479 w 2025504"/>
                  <a:gd name="csY1" fmla="*/ 69872 h 3366652"/>
                  <a:gd name="csX2" fmla="*/ 2025504 w 2025504"/>
                  <a:gd name="csY2" fmla="*/ 1683326 h 3366652"/>
                  <a:gd name="csX3" fmla="*/ 1132479 w 2025504"/>
                  <a:gd name="csY3" fmla="*/ 3296780 h 3366652"/>
                  <a:gd name="csX4" fmla="*/ 1012752 w 2025504"/>
                  <a:gd name="csY4" fmla="*/ 3366652 h 3366652"/>
                  <a:gd name="csX5" fmla="*/ 893026 w 2025504"/>
                  <a:gd name="csY5" fmla="*/ 3296780 h 3366652"/>
                  <a:gd name="csX6" fmla="*/ 0 w 2025504"/>
                  <a:gd name="csY6" fmla="*/ 1683326 h 3366652"/>
                  <a:gd name="csX7" fmla="*/ 893026 w 2025504"/>
                  <a:gd name="csY7" fmla="*/ 69872 h 33666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2025504" h="3366652">
                    <a:moveTo>
                      <a:pt x="1012752" y="0"/>
                    </a:moveTo>
                    <a:lnTo>
                      <a:pt x="1132479" y="69872"/>
                    </a:lnTo>
                    <a:cubicBezTo>
                      <a:pt x="1671266" y="419539"/>
                      <a:pt x="2025504" y="1011693"/>
                      <a:pt x="2025504" y="1683326"/>
                    </a:cubicBezTo>
                    <a:cubicBezTo>
                      <a:pt x="2025504" y="2354959"/>
                      <a:pt x="1671266" y="2947113"/>
                      <a:pt x="1132479" y="3296780"/>
                    </a:cubicBezTo>
                    <a:lnTo>
                      <a:pt x="1012752" y="3366652"/>
                    </a:lnTo>
                    <a:lnTo>
                      <a:pt x="893026" y="3296780"/>
                    </a:lnTo>
                    <a:cubicBezTo>
                      <a:pt x="354238" y="2947113"/>
                      <a:pt x="0" y="2354959"/>
                      <a:pt x="0" y="1683326"/>
                    </a:cubicBezTo>
                    <a:cubicBezTo>
                      <a:pt x="0" y="1011693"/>
                      <a:pt x="354238" y="419539"/>
                      <a:pt x="893026" y="69872"/>
                    </a:cubicBezTo>
                    <a:close/>
                  </a:path>
                </a:pathLst>
              </a:custGeom>
              <a:solidFill>
                <a:srgbClr val="A8F3E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60" name="Circle: Hollow 59">
                <a:extLst>
                  <a:ext uri="{FF2B5EF4-FFF2-40B4-BE49-F238E27FC236}">
                    <a16:creationId xmlns:a16="http://schemas.microsoft.com/office/drawing/2014/main" id="{AED8EF29-D6D9-BBAD-D4D5-DAB12A30A459}"/>
                  </a:ext>
                </a:extLst>
              </p:cNvPr>
              <p:cNvSpPr/>
              <p:nvPr/>
            </p:nvSpPr>
            <p:spPr>
              <a:xfrm>
                <a:off x="7662334" y="2048429"/>
                <a:ext cx="2819400" cy="2755772"/>
              </a:xfrm>
              <a:prstGeom prst="donut">
                <a:avLst/>
              </a:prstGeom>
              <a:solidFill>
                <a:srgbClr val="A1FF1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779AD18-E740-6AEA-A416-3E7DB1E1A7AE}"/>
                </a:ext>
              </a:extLst>
            </p:cNvPr>
            <p:cNvSpPr/>
            <p:nvPr/>
          </p:nvSpPr>
          <p:spPr>
            <a:xfrm>
              <a:off x="8344209" y="2704851"/>
              <a:ext cx="1566334" cy="147320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2" name="Picture 61">
              <a:hlinkClick r:id="rId2"/>
              <a:extLst>
                <a:ext uri="{FF2B5EF4-FFF2-40B4-BE49-F238E27FC236}">
                  <a16:creationId xmlns:a16="http://schemas.microsoft.com/office/drawing/2014/main" id="{3328B177-0E60-BDCB-4A96-7D3609DA2B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65" t="9892" r="12990" b="21484"/>
            <a:stretch>
              <a:fillRect/>
            </a:stretch>
          </p:blipFill>
          <p:spPr>
            <a:xfrm>
              <a:off x="8610760" y="2948600"/>
              <a:ext cx="1056919" cy="950059"/>
            </a:xfrm>
            <a:prstGeom prst="rect">
              <a:avLst/>
            </a:prstGeom>
          </p:spPr>
        </p:pic>
      </p:grp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C962F8D8-4799-A599-2FE9-301B05070432}"/>
              </a:ext>
            </a:extLst>
          </p:cNvPr>
          <p:cNvSpPr/>
          <p:nvPr/>
        </p:nvSpPr>
        <p:spPr>
          <a:xfrm rot="5400000">
            <a:off x="3200401" y="-1701802"/>
            <a:ext cx="5528734" cy="10236203"/>
          </a:xfrm>
          <a:custGeom>
            <a:avLst/>
            <a:gdLst>
              <a:gd name="csX0" fmla="*/ 1012752 w 2025504"/>
              <a:gd name="csY0" fmla="*/ 0 h 3366652"/>
              <a:gd name="csX1" fmla="*/ 1132479 w 2025504"/>
              <a:gd name="csY1" fmla="*/ 69872 h 3366652"/>
              <a:gd name="csX2" fmla="*/ 2025504 w 2025504"/>
              <a:gd name="csY2" fmla="*/ 1683326 h 3366652"/>
              <a:gd name="csX3" fmla="*/ 1132479 w 2025504"/>
              <a:gd name="csY3" fmla="*/ 3296780 h 3366652"/>
              <a:gd name="csX4" fmla="*/ 1012752 w 2025504"/>
              <a:gd name="csY4" fmla="*/ 3366652 h 3366652"/>
              <a:gd name="csX5" fmla="*/ 893026 w 2025504"/>
              <a:gd name="csY5" fmla="*/ 3296780 h 3366652"/>
              <a:gd name="csX6" fmla="*/ 0 w 2025504"/>
              <a:gd name="csY6" fmla="*/ 1683326 h 3366652"/>
              <a:gd name="csX7" fmla="*/ 893026 w 2025504"/>
              <a:gd name="csY7" fmla="*/ 69872 h 33666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025504" h="3366652">
                <a:moveTo>
                  <a:pt x="1012752" y="0"/>
                </a:moveTo>
                <a:lnTo>
                  <a:pt x="1132479" y="69872"/>
                </a:lnTo>
                <a:cubicBezTo>
                  <a:pt x="1671266" y="419539"/>
                  <a:pt x="2025504" y="1011693"/>
                  <a:pt x="2025504" y="1683326"/>
                </a:cubicBezTo>
                <a:cubicBezTo>
                  <a:pt x="2025504" y="2354959"/>
                  <a:pt x="1671266" y="2947113"/>
                  <a:pt x="1132479" y="3296780"/>
                </a:cubicBezTo>
                <a:lnTo>
                  <a:pt x="1012752" y="3366652"/>
                </a:lnTo>
                <a:lnTo>
                  <a:pt x="893026" y="3296780"/>
                </a:lnTo>
                <a:cubicBezTo>
                  <a:pt x="354238" y="2947113"/>
                  <a:pt x="0" y="2354959"/>
                  <a:pt x="0" y="1683326"/>
                </a:cubicBezTo>
                <a:cubicBezTo>
                  <a:pt x="0" y="1011693"/>
                  <a:pt x="354238" y="419539"/>
                  <a:pt x="893026" y="69872"/>
                </a:cubicBezTo>
                <a:close/>
              </a:path>
            </a:pathLst>
          </a:custGeom>
          <a:solidFill>
            <a:srgbClr val="1F351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056" name="Group 2055">
            <a:extLst>
              <a:ext uri="{FF2B5EF4-FFF2-40B4-BE49-F238E27FC236}">
                <a16:creationId xmlns:a16="http://schemas.microsoft.com/office/drawing/2014/main" id="{6C8A7C08-6532-DFBD-1C57-F94FA7CCD2A7}"/>
              </a:ext>
            </a:extLst>
          </p:cNvPr>
          <p:cNvGrpSpPr/>
          <p:nvPr/>
        </p:nvGrpSpPr>
        <p:grpSpPr>
          <a:xfrm>
            <a:off x="698497" y="626531"/>
            <a:ext cx="2112436" cy="1887015"/>
            <a:chOff x="698497" y="626531"/>
            <a:chExt cx="2112436" cy="1887015"/>
          </a:xfrm>
        </p:grpSpPr>
        <p:sp>
          <p:nvSpPr>
            <p:cNvPr id="2049" name="Oval 2048">
              <a:extLst>
                <a:ext uri="{FF2B5EF4-FFF2-40B4-BE49-F238E27FC236}">
                  <a16:creationId xmlns:a16="http://schemas.microsoft.com/office/drawing/2014/main" id="{C93029FF-B7DF-8EA4-B365-78CB975E3EDD}"/>
                </a:ext>
              </a:extLst>
            </p:cNvPr>
            <p:cNvSpPr/>
            <p:nvPr/>
          </p:nvSpPr>
          <p:spPr>
            <a:xfrm>
              <a:off x="880532" y="626531"/>
              <a:ext cx="821266" cy="795868"/>
            </a:xfrm>
            <a:prstGeom prst="ellipse">
              <a:avLst/>
            </a:prstGeom>
            <a:solidFill>
              <a:srgbClr val="1F35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1" name="Oval 2050">
              <a:extLst>
                <a:ext uri="{FF2B5EF4-FFF2-40B4-BE49-F238E27FC236}">
                  <a16:creationId xmlns:a16="http://schemas.microsoft.com/office/drawing/2014/main" id="{98C8A8C1-570A-6E89-A710-9A28987A4E91}"/>
                </a:ext>
              </a:extLst>
            </p:cNvPr>
            <p:cNvSpPr/>
            <p:nvPr/>
          </p:nvSpPr>
          <p:spPr>
            <a:xfrm>
              <a:off x="1989667" y="677333"/>
              <a:ext cx="821266" cy="795868"/>
            </a:xfrm>
            <a:prstGeom prst="ellipse">
              <a:avLst/>
            </a:prstGeom>
            <a:solidFill>
              <a:srgbClr val="A8F3E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52" name="Oval 2051">
              <a:extLst>
                <a:ext uri="{FF2B5EF4-FFF2-40B4-BE49-F238E27FC236}">
                  <a16:creationId xmlns:a16="http://schemas.microsoft.com/office/drawing/2014/main" id="{F494918E-88FA-8018-3B81-7A34C571D19F}"/>
                </a:ext>
              </a:extLst>
            </p:cNvPr>
            <p:cNvSpPr/>
            <p:nvPr/>
          </p:nvSpPr>
          <p:spPr>
            <a:xfrm>
              <a:off x="698497" y="1717678"/>
              <a:ext cx="821266" cy="795868"/>
            </a:xfrm>
            <a:prstGeom prst="ellipse">
              <a:avLst/>
            </a:prstGeom>
            <a:solidFill>
              <a:srgbClr val="A1FF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57" name="Group 2056">
            <a:extLst>
              <a:ext uri="{FF2B5EF4-FFF2-40B4-BE49-F238E27FC236}">
                <a16:creationId xmlns:a16="http://schemas.microsoft.com/office/drawing/2014/main" id="{4A724469-0DFD-9A7F-80B6-2463A2587D4A}"/>
              </a:ext>
            </a:extLst>
          </p:cNvPr>
          <p:cNvGrpSpPr/>
          <p:nvPr/>
        </p:nvGrpSpPr>
        <p:grpSpPr>
          <a:xfrm flipH="1">
            <a:off x="9199032" y="529693"/>
            <a:ext cx="2112436" cy="1887015"/>
            <a:chOff x="698497" y="626531"/>
            <a:chExt cx="2112436" cy="1887015"/>
          </a:xfrm>
        </p:grpSpPr>
        <p:sp>
          <p:nvSpPr>
            <p:cNvPr id="2058" name="Oval 2057">
              <a:extLst>
                <a:ext uri="{FF2B5EF4-FFF2-40B4-BE49-F238E27FC236}">
                  <a16:creationId xmlns:a16="http://schemas.microsoft.com/office/drawing/2014/main" id="{6FC6495E-B492-2EC9-8145-358730CB3C04}"/>
                </a:ext>
              </a:extLst>
            </p:cNvPr>
            <p:cNvSpPr/>
            <p:nvPr/>
          </p:nvSpPr>
          <p:spPr>
            <a:xfrm>
              <a:off x="880532" y="626531"/>
              <a:ext cx="821266" cy="795868"/>
            </a:xfrm>
            <a:prstGeom prst="ellipse">
              <a:avLst/>
            </a:prstGeom>
            <a:solidFill>
              <a:srgbClr val="1F35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9" name="Oval 2058">
              <a:extLst>
                <a:ext uri="{FF2B5EF4-FFF2-40B4-BE49-F238E27FC236}">
                  <a16:creationId xmlns:a16="http://schemas.microsoft.com/office/drawing/2014/main" id="{BCDEB160-7229-84F8-3C12-54BE12B3CB80}"/>
                </a:ext>
              </a:extLst>
            </p:cNvPr>
            <p:cNvSpPr/>
            <p:nvPr/>
          </p:nvSpPr>
          <p:spPr>
            <a:xfrm>
              <a:off x="1989667" y="677333"/>
              <a:ext cx="821266" cy="795868"/>
            </a:xfrm>
            <a:prstGeom prst="ellipse">
              <a:avLst/>
            </a:prstGeom>
            <a:solidFill>
              <a:srgbClr val="A8F3E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60" name="Oval 2059">
              <a:extLst>
                <a:ext uri="{FF2B5EF4-FFF2-40B4-BE49-F238E27FC236}">
                  <a16:creationId xmlns:a16="http://schemas.microsoft.com/office/drawing/2014/main" id="{E988B1E7-FD7E-0030-C963-D9A8D52C7E68}"/>
                </a:ext>
              </a:extLst>
            </p:cNvPr>
            <p:cNvSpPr/>
            <p:nvPr/>
          </p:nvSpPr>
          <p:spPr>
            <a:xfrm>
              <a:off x="698497" y="1717678"/>
              <a:ext cx="821266" cy="795868"/>
            </a:xfrm>
            <a:prstGeom prst="ellipse">
              <a:avLst/>
            </a:prstGeom>
            <a:solidFill>
              <a:srgbClr val="A1FF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61" name="Group 2060">
            <a:extLst>
              <a:ext uri="{FF2B5EF4-FFF2-40B4-BE49-F238E27FC236}">
                <a16:creationId xmlns:a16="http://schemas.microsoft.com/office/drawing/2014/main" id="{EFB07778-D2BE-58C7-2EB9-1782BCAD11F8}"/>
              </a:ext>
            </a:extLst>
          </p:cNvPr>
          <p:cNvGrpSpPr/>
          <p:nvPr/>
        </p:nvGrpSpPr>
        <p:grpSpPr>
          <a:xfrm flipV="1">
            <a:off x="645580" y="4588931"/>
            <a:ext cx="2112436" cy="1887015"/>
            <a:chOff x="698497" y="626531"/>
            <a:chExt cx="2112436" cy="1887015"/>
          </a:xfrm>
        </p:grpSpPr>
        <p:sp>
          <p:nvSpPr>
            <p:cNvPr id="2062" name="Oval 2061">
              <a:extLst>
                <a:ext uri="{FF2B5EF4-FFF2-40B4-BE49-F238E27FC236}">
                  <a16:creationId xmlns:a16="http://schemas.microsoft.com/office/drawing/2014/main" id="{A795D46B-1600-D9F3-FABD-A46B35B7788F}"/>
                </a:ext>
              </a:extLst>
            </p:cNvPr>
            <p:cNvSpPr/>
            <p:nvPr/>
          </p:nvSpPr>
          <p:spPr>
            <a:xfrm>
              <a:off x="880532" y="626531"/>
              <a:ext cx="821266" cy="795868"/>
            </a:xfrm>
            <a:prstGeom prst="ellipse">
              <a:avLst/>
            </a:prstGeom>
            <a:solidFill>
              <a:srgbClr val="1F35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3" name="Oval 2062">
              <a:extLst>
                <a:ext uri="{FF2B5EF4-FFF2-40B4-BE49-F238E27FC236}">
                  <a16:creationId xmlns:a16="http://schemas.microsoft.com/office/drawing/2014/main" id="{7D846541-8A4D-C2F4-6749-1944F36254B1}"/>
                </a:ext>
              </a:extLst>
            </p:cNvPr>
            <p:cNvSpPr/>
            <p:nvPr/>
          </p:nvSpPr>
          <p:spPr>
            <a:xfrm>
              <a:off x="1989667" y="677333"/>
              <a:ext cx="821266" cy="795868"/>
            </a:xfrm>
            <a:prstGeom prst="ellipse">
              <a:avLst/>
            </a:prstGeom>
            <a:solidFill>
              <a:srgbClr val="A8F3E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64" name="Oval 2063">
              <a:extLst>
                <a:ext uri="{FF2B5EF4-FFF2-40B4-BE49-F238E27FC236}">
                  <a16:creationId xmlns:a16="http://schemas.microsoft.com/office/drawing/2014/main" id="{B54846BE-680C-D4AB-2DBE-8DB4D727129F}"/>
                </a:ext>
              </a:extLst>
            </p:cNvPr>
            <p:cNvSpPr/>
            <p:nvPr/>
          </p:nvSpPr>
          <p:spPr>
            <a:xfrm>
              <a:off x="698497" y="1717678"/>
              <a:ext cx="821266" cy="795868"/>
            </a:xfrm>
            <a:prstGeom prst="ellipse">
              <a:avLst/>
            </a:prstGeom>
            <a:solidFill>
              <a:srgbClr val="A1FF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65" name="Group 2064">
            <a:extLst>
              <a:ext uri="{FF2B5EF4-FFF2-40B4-BE49-F238E27FC236}">
                <a16:creationId xmlns:a16="http://schemas.microsoft.com/office/drawing/2014/main" id="{3B50F9B8-BC63-C458-43BF-10D088BDD1A5}"/>
              </a:ext>
            </a:extLst>
          </p:cNvPr>
          <p:cNvGrpSpPr/>
          <p:nvPr/>
        </p:nvGrpSpPr>
        <p:grpSpPr>
          <a:xfrm rot="10800000">
            <a:off x="9139872" y="4840285"/>
            <a:ext cx="2112436" cy="1887015"/>
            <a:chOff x="698497" y="626531"/>
            <a:chExt cx="2112436" cy="1887015"/>
          </a:xfrm>
        </p:grpSpPr>
        <p:sp>
          <p:nvSpPr>
            <p:cNvPr id="2066" name="Oval 2065">
              <a:extLst>
                <a:ext uri="{FF2B5EF4-FFF2-40B4-BE49-F238E27FC236}">
                  <a16:creationId xmlns:a16="http://schemas.microsoft.com/office/drawing/2014/main" id="{0E021F4A-1D52-7A02-C506-BF7E36F6F792}"/>
                </a:ext>
              </a:extLst>
            </p:cNvPr>
            <p:cNvSpPr/>
            <p:nvPr/>
          </p:nvSpPr>
          <p:spPr>
            <a:xfrm>
              <a:off x="880532" y="626531"/>
              <a:ext cx="821266" cy="795868"/>
            </a:xfrm>
            <a:prstGeom prst="ellipse">
              <a:avLst/>
            </a:prstGeom>
            <a:solidFill>
              <a:srgbClr val="1F35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7" name="Oval 2066">
              <a:extLst>
                <a:ext uri="{FF2B5EF4-FFF2-40B4-BE49-F238E27FC236}">
                  <a16:creationId xmlns:a16="http://schemas.microsoft.com/office/drawing/2014/main" id="{A02483CF-DC51-D576-EDB3-F0BC14F1478A}"/>
                </a:ext>
              </a:extLst>
            </p:cNvPr>
            <p:cNvSpPr/>
            <p:nvPr/>
          </p:nvSpPr>
          <p:spPr>
            <a:xfrm>
              <a:off x="1989667" y="677333"/>
              <a:ext cx="821266" cy="795868"/>
            </a:xfrm>
            <a:prstGeom prst="ellipse">
              <a:avLst/>
            </a:prstGeom>
            <a:solidFill>
              <a:srgbClr val="A8F3E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68" name="Oval 2067">
              <a:extLst>
                <a:ext uri="{FF2B5EF4-FFF2-40B4-BE49-F238E27FC236}">
                  <a16:creationId xmlns:a16="http://schemas.microsoft.com/office/drawing/2014/main" id="{8D2377F9-2699-E542-CB9D-F6D3F2524BC3}"/>
                </a:ext>
              </a:extLst>
            </p:cNvPr>
            <p:cNvSpPr/>
            <p:nvPr/>
          </p:nvSpPr>
          <p:spPr>
            <a:xfrm>
              <a:off x="698497" y="1717678"/>
              <a:ext cx="821266" cy="795868"/>
            </a:xfrm>
            <a:prstGeom prst="ellipse">
              <a:avLst/>
            </a:prstGeom>
            <a:solidFill>
              <a:srgbClr val="A1FF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003492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A4D1600-491C-8BA8-7D76-AC595C30C6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150" y="0"/>
            <a:ext cx="66285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D33C4A9-03FB-BB41-B8DA-0788B2A49DC4}"/>
              </a:ext>
            </a:extLst>
          </p:cNvPr>
          <p:cNvSpPr txBox="1"/>
          <p:nvPr/>
        </p:nvSpPr>
        <p:spPr>
          <a:xfrm>
            <a:off x="212651" y="116958"/>
            <a:ext cx="42317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accent1">
                    <a:lumMod val="50000"/>
                  </a:schemeClr>
                </a:solidFill>
                <a:latin typeface="Bauhaus 93" panose="04030905020B02020C02" pitchFamily="82" charset="0"/>
              </a:rPr>
              <a:t>Next Steps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99CB42-D092-7CD9-4169-48FE89AE9E26}"/>
              </a:ext>
            </a:extLst>
          </p:cNvPr>
          <p:cNvSpPr txBox="1"/>
          <p:nvPr/>
        </p:nvSpPr>
        <p:spPr>
          <a:xfrm>
            <a:off x="4253030" y="2094614"/>
            <a:ext cx="412543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accent3">
                    <a:lumMod val="50000"/>
                  </a:schemeClr>
                </a:solidFill>
                <a:latin typeface="Bahnschrift" panose="020B0502040204020203" pitchFamily="34" charset="0"/>
              </a:rPr>
              <a:t>Finalize Visualizations</a:t>
            </a:r>
          </a:p>
          <a:p>
            <a:endParaRPr lang="en-US" sz="2400" dirty="0">
              <a:solidFill>
                <a:schemeClr val="accent3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accent3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accent3">
                    <a:lumMod val="50000"/>
                  </a:schemeClr>
                </a:solidFill>
                <a:latin typeface="Bahnschrift" panose="020B0502040204020203" pitchFamily="34" charset="0"/>
              </a:rPr>
              <a:t>Hone Presentational Skills</a:t>
            </a:r>
          </a:p>
          <a:p>
            <a:endParaRPr lang="en-US" sz="2400" dirty="0">
              <a:solidFill>
                <a:schemeClr val="accent3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accent3">
                  <a:lumMod val="50000"/>
                </a:schemeClr>
              </a:solidFill>
              <a:latin typeface="Bahnschrift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chemeClr val="accent3">
                    <a:lumMod val="50000"/>
                  </a:schemeClr>
                </a:solidFill>
                <a:latin typeface="Bahnschrift" panose="020B0502040204020203" pitchFamily="34" charset="0"/>
              </a:rPr>
              <a:t>Brainstorm ideas for Final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2400" dirty="0">
              <a:solidFill>
                <a:schemeClr val="accent3">
                  <a:lumMod val="5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205DD7-0989-C27C-004F-4FDEB590DAF2}"/>
              </a:ext>
            </a:extLst>
          </p:cNvPr>
          <p:cNvSpPr txBox="1"/>
          <p:nvPr/>
        </p:nvSpPr>
        <p:spPr>
          <a:xfrm>
            <a:off x="2438401" y="-127000"/>
            <a:ext cx="7250074" cy="7236342"/>
          </a:xfrm>
          <a:prstGeom prst="rect">
            <a:avLst/>
          </a:prstGeom>
          <a:noFill/>
        </p:spPr>
        <p:txBody>
          <a:bodyPr wrap="square" rtlCol="0">
            <a:prstTxWarp prst="textCircle">
              <a:avLst/>
            </a:prstTxWarp>
            <a:spAutoFit/>
          </a:bodyPr>
          <a:lstStyle/>
          <a:p>
            <a:r>
              <a:rPr lang="en-US" sz="2800" i="1" dirty="0">
                <a:solidFill>
                  <a:schemeClr val="accent1">
                    <a:lumMod val="50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Has it never occurred to you that this planet is overpopulated? Only a handful of humans truly matter. Everyone else is just so much chaff. So now I have to separate this chaff from the wheat. And with Uroboros, I can finally accomplish this</a:t>
            </a:r>
            <a:endParaRPr lang="en-US" sz="2800" dirty="0">
              <a:solidFill>
                <a:schemeClr val="accent1">
                  <a:lumMod val="50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" name="Flowchart: Stored Data 10">
            <a:extLst>
              <a:ext uri="{FF2B5EF4-FFF2-40B4-BE49-F238E27FC236}">
                <a16:creationId xmlns:a16="http://schemas.microsoft.com/office/drawing/2014/main" id="{4064C23A-8072-4F4C-38BC-006DCC9E956E}"/>
              </a:ext>
            </a:extLst>
          </p:cNvPr>
          <p:cNvSpPr/>
          <p:nvPr/>
        </p:nvSpPr>
        <p:spPr>
          <a:xfrm rot="10800000">
            <a:off x="8273447" y="-2"/>
            <a:ext cx="5232254" cy="6858000"/>
          </a:xfrm>
          <a:custGeom>
            <a:avLst/>
            <a:gdLst>
              <a:gd name="csX0" fmla="*/ 1667 w 10000"/>
              <a:gd name="csY0" fmla="*/ 0 h 10000"/>
              <a:gd name="csX1" fmla="*/ 10000 w 10000"/>
              <a:gd name="csY1" fmla="*/ 0 h 10000"/>
              <a:gd name="csX2" fmla="*/ 8333 w 10000"/>
              <a:gd name="csY2" fmla="*/ 5000 h 10000"/>
              <a:gd name="csX3" fmla="*/ 10000 w 10000"/>
              <a:gd name="csY3" fmla="*/ 10000 h 10000"/>
              <a:gd name="csX4" fmla="*/ 1667 w 10000"/>
              <a:gd name="csY4" fmla="*/ 10000 h 10000"/>
              <a:gd name="csX5" fmla="*/ 0 w 10000"/>
              <a:gd name="csY5" fmla="*/ 5000 h 10000"/>
              <a:gd name="csX6" fmla="*/ 1667 w 10000"/>
              <a:gd name="csY6" fmla="*/ 0 h 10000"/>
              <a:gd name="csX0" fmla="*/ 1667 w 11460"/>
              <a:gd name="csY0" fmla="*/ 0 h 10000"/>
              <a:gd name="csX1" fmla="*/ 11460 w 11460"/>
              <a:gd name="csY1" fmla="*/ 93 h 10000"/>
              <a:gd name="csX2" fmla="*/ 8333 w 11460"/>
              <a:gd name="csY2" fmla="*/ 5000 h 10000"/>
              <a:gd name="csX3" fmla="*/ 10000 w 11460"/>
              <a:gd name="csY3" fmla="*/ 10000 h 10000"/>
              <a:gd name="csX4" fmla="*/ 1667 w 11460"/>
              <a:gd name="csY4" fmla="*/ 10000 h 10000"/>
              <a:gd name="csX5" fmla="*/ 0 w 11460"/>
              <a:gd name="csY5" fmla="*/ 5000 h 10000"/>
              <a:gd name="csX6" fmla="*/ 1667 w 11460"/>
              <a:gd name="csY6" fmla="*/ 0 h 10000"/>
              <a:gd name="csX0" fmla="*/ 1667 w 12254"/>
              <a:gd name="csY0" fmla="*/ 0 h 10000"/>
              <a:gd name="csX1" fmla="*/ 11460 w 12254"/>
              <a:gd name="csY1" fmla="*/ 93 h 10000"/>
              <a:gd name="csX2" fmla="*/ 8333 w 12254"/>
              <a:gd name="csY2" fmla="*/ 5000 h 10000"/>
              <a:gd name="csX3" fmla="*/ 12254 w 12254"/>
              <a:gd name="csY3" fmla="*/ 9981 h 10000"/>
              <a:gd name="csX4" fmla="*/ 1667 w 12254"/>
              <a:gd name="csY4" fmla="*/ 10000 h 10000"/>
              <a:gd name="csX5" fmla="*/ 0 w 12254"/>
              <a:gd name="csY5" fmla="*/ 5000 h 10000"/>
              <a:gd name="csX6" fmla="*/ 1667 w 12254"/>
              <a:gd name="csY6" fmla="*/ 0 h 10000"/>
              <a:gd name="csX0" fmla="*/ 1667 w 12317"/>
              <a:gd name="csY0" fmla="*/ 0 h 10000"/>
              <a:gd name="csX1" fmla="*/ 12317 w 12317"/>
              <a:gd name="csY1" fmla="*/ 0 h 10000"/>
              <a:gd name="csX2" fmla="*/ 8333 w 12317"/>
              <a:gd name="csY2" fmla="*/ 5000 h 10000"/>
              <a:gd name="csX3" fmla="*/ 12254 w 12317"/>
              <a:gd name="csY3" fmla="*/ 9981 h 10000"/>
              <a:gd name="csX4" fmla="*/ 1667 w 12317"/>
              <a:gd name="csY4" fmla="*/ 10000 h 10000"/>
              <a:gd name="csX5" fmla="*/ 0 w 12317"/>
              <a:gd name="csY5" fmla="*/ 5000 h 10000"/>
              <a:gd name="csX6" fmla="*/ 1667 w 12317"/>
              <a:gd name="csY6" fmla="*/ 0 h 10000"/>
              <a:gd name="csX0" fmla="*/ 1667 w 12857"/>
              <a:gd name="csY0" fmla="*/ 0 h 10000"/>
              <a:gd name="csX1" fmla="*/ 12317 w 12857"/>
              <a:gd name="csY1" fmla="*/ 0 h 10000"/>
              <a:gd name="csX2" fmla="*/ 8333 w 12857"/>
              <a:gd name="csY2" fmla="*/ 5000 h 10000"/>
              <a:gd name="csX3" fmla="*/ 12857 w 12857"/>
              <a:gd name="csY3" fmla="*/ 9981 h 10000"/>
              <a:gd name="csX4" fmla="*/ 1667 w 12857"/>
              <a:gd name="csY4" fmla="*/ 10000 h 10000"/>
              <a:gd name="csX5" fmla="*/ 0 w 12857"/>
              <a:gd name="csY5" fmla="*/ 5000 h 10000"/>
              <a:gd name="csX6" fmla="*/ 1667 w 12857"/>
              <a:gd name="csY6" fmla="*/ 0 h 10000"/>
              <a:gd name="csX0" fmla="*/ 1667 w 12984"/>
              <a:gd name="csY0" fmla="*/ 0 h 10000"/>
              <a:gd name="csX1" fmla="*/ 12317 w 12984"/>
              <a:gd name="csY1" fmla="*/ 0 h 10000"/>
              <a:gd name="csX2" fmla="*/ 8333 w 12984"/>
              <a:gd name="csY2" fmla="*/ 5000 h 10000"/>
              <a:gd name="csX3" fmla="*/ 12984 w 12984"/>
              <a:gd name="csY3" fmla="*/ 9981 h 10000"/>
              <a:gd name="csX4" fmla="*/ 1667 w 12984"/>
              <a:gd name="csY4" fmla="*/ 10000 h 10000"/>
              <a:gd name="csX5" fmla="*/ 0 w 12984"/>
              <a:gd name="csY5" fmla="*/ 5000 h 10000"/>
              <a:gd name="csX6" fmla="*/ 1667 w 12984"/>
              <a:gd name="csY6" fmla="*/ 0 h 10000"/>
              <a:gd name="csX0" fmla="*/ 1667 w 13079"/>
              <a:gd name="csY0" fmla="*/ 0 h 10000"/>
              <a:gd name="csX1" fmla="*/ 12317 w 13079"/>
              <a:gd name="csY1" fmla="*/ 0 h 10000"/>
              <a:gd name="csX2" fmla="*/ 8333 w 13079"/>
              <a:gd name="csY2" fmla="*/ 5000 h 10000"/>
              <a:gd name="csX3" fmla="*/ 13079 w 13079"/>
              <a:gd name="csY3" fmla="*/ 10000 h 10000"/>
              <a:gd name="csX4" fmla="*/ 1667 w 13079"/>
              <a:gd name="csY4" fmla="*/ 10000 h 10000"/>
              <a:gd name="csX5" fmla="*/ 0 w 13079"/>
              <a:gd name="csY5" fmla="*/ 5000 h 10000"/>
              <a:gd name="csX6" fmla="*/ 1667 w 13079"/>
              <a:gd name="csY6" fmla="*/ 0 h 1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079" h="10000">
                <a:moveTo>
                  <a:pt x="1667" y="0"/>
                </a:moveTo>
                <a:lnTo>
                  <a:pt x="12317" y="0"/>
                </a:lnTo>
                <a:cubicBezTo>
                  <a:pt x="11396" y="0"/>
                  <a:pt x="8206" y="3333"/>
                  <a:pt x="8333" y="5000"/>
                </a:cubicBezTo>
                <a:cubicBezTo>
                  <a:pt x="8460" y="6667"/>
                  <a:pt x="12158" y="10000"/>
                  <a:pt x="13079" y="10000"/>
                </a:cubicBezTo>
                <a:lnTo>
                  <a:pt x="1667" y="10000"/>
                </a:lnTo>
                <a:cubicBezTo>
                  <a:pt x="746" y="10000"/>
                  <a:pt x="0" y="7761"/>
                  <a:pt x="0" y="5000"/>
                </a:cubicBezTo>
                <a:cubicBezTo>
                  <a:pt x="0" y="2239"/>
                  <a:pt x="746" y="0"/>
                  <a:pt x="1667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lowchart: Stored Data 11">
            <a:extLst>
              <a:ext uri="{FF2B5EF4-FFF2-40B4-BE49-F238E27FC236}">
                <a16:creationId xmlns:a16="http://schemas.microsoft.com/office/drawing/2014/main" id="{1154A5A7-FB2A-ACCC-C519-E3B2717F418C}"/>
              </a:ext>
            </a:extLst>
          </p:cNvPr>
          <p:cNvSpPr/>
          <p:nvPr/>
        </p:nvSpPr>
        <p:spPr>
          <a:xfrm rot="10800000">
            <a:off x="9264043" y="-7"/>
            <a:ext cx="5568368" cy="6858006"/>
          </a:xfrm>
          <a:custGeom>
            <a:avLst/>
            <a:gdLst>
              <a:gd name="csX0" fmla="*/ 1667 w 10000"/>
              <a:gd name="csY0" fmla="*/ 0 h 10000"/>
              <a:gd name="csX1" fmla="*/ 10000 w 10000"/>
              <a:gd name="csY1" fmla="*/ 0 h 10000"/>
              <a:gd name="csX2" fmla="*/ 8333 w 10000"/>
              <a:gd name="csY2" fmla="*/ 5000 h 10000"/>
              <a:gd name="csX3" fmla="*/ 10000 w 10000"/>
              <a:gd name="csY3" fmla="*/ 10000 h 10000"/>
              <a:gd name="csX4" fmla="*/ 1667 w 10000"/>
              <a:gd name="csY4" fmla="*/ 10000 h 10000"/>
              <a:gd name="csX5" fmla="*/ 0 w 10000"/>
              <a:gd name="csY5" fmla="*/ 5000 h 10000"/>
              <a:gd name="csX6" fmla="*/ 1667 w 10000"/>
              <a:gd name="csY6" fmla="*/ 0 h 10000"/>
              <a:gd name="csX0" fmla="*/ 1667 w 11327"/>
              <a:gd name="csY0" fmla="*/ 0 h 10000"/>
              <a:gd name="csX1" fmla="*/ 10000 w 11327"/>
              <a:gd name="csY1" fmla="*/ 0 h 10000"/>
              <a:gd name="csX2" fmla="*/ 8333 w 11327"/>
              <a:gd name="csY2" fmla="*/ 5000 h 10000"/>
              <a:gd name="csX3" fmla="*/ 11327 w 11327"/>
              <a:gd name="csY3" fmla="*/ 9963 h 10000"/>
              <a:gd name="csX4" fmla="*/ 1667 w 11327"/>
              <a:gd name="csY4" fmla="*/ 10000 h 10000"/>
              <a:gd name="csX5" fmla="*/ 0 w 11327"/>
              <a:gd name="csY5" fmla="*/ 5000 h 10000"/>
              <a:gd name="csX6" fmla="*/ 1667 w 11327"/>
              <a:gd name="csY6" fmla="*/ 0 h 10000"/>
              <a:gd name="csX0" fmla="*/ 1667 w 11327"/>
              <a:gd name="csY0" fmla="*/ 0 h 10000"/>
              <a:gd name="csX1" fmla="*/ 10806 w 11327"/>
              <a:gd name="csY1" fmla="*/ 0 h 10000"/>
              <a:gd name="csX2" fmla="*/ 8333 w 11327"/>
              <a:gd name="csY2" fmla="*/ 5000 h 10000"/>
              <a:gd name="csX3" fmla="*/ 11327 w 11327"/>
              <a:gd name="csY3" fmla="*/ 9963 h 10000"/>
              <a:gd name="csX4" fmla="*/ 1667 w 11327"/>
              <a:gd name="csY4" fmla="*/ 10000 h 10000"/>
              <a:gd name="csX5" fmla="*/ 0 w 11327"/>
              <a:gd name="csY5" fmla="*/ 5000 h 10000"/>
              <a:gd name="csX6" fmla="*/ 1667 w 11327"/>
              <a:gd name="csY6" fmla="*/ 0 h 10000"/>
              <a:gd name="csX0" fmla="*/ 1667 w 11405"/>
              <a:gd name="csY0" fmla="*/ 0 h 10000"/>
              <a:gd name="csX1" fmla="*/ 10806 w 11405"/>
              <a:gd name="csY1" fmla="*/ 0 h 10000"/>
              <a:gd name="csX2" fmla="*/ 8333 w 11405"/>
              <a:gd name="csY2" fmla="*/ 5000 h 10000"/>
              <a:gd name="csX3" fmla="*/ 11405 w 11405"/>
              <a:gd name="csY3" fmla="*/ 10000 h 10000"/>
              <a:gd name="csX4" fmla="*/ 1667 w 11405"/>
              <a:gd name="csY4" fmla="*/ 10000 h 10000"/>
              <a:gd name="csX5" fmla="*/ 0 w 11405"/>
              <a:gd name="csY5" fmla="*/ 5000 h 10000"/>
              <a:gd name="csX6" fmla="*/ 1667 w 11405"/>
              <a:gd name="csY6" fmla="*/ 0 h 1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405" h="10000">
                <a:moveTo>
                  <a:pt x="1667" y="0"/>
                </a:moveTo>
                <a:lnTo>
                  <a:pt x="10806" y="0"/>
                </a:lnTo>
                <a:cubicBezTo>
                  <a:pt x="9885" y="0"/>
                  <a:pt x="8233" y="3333"/>
                  <a:pt x="8333" y="5000"/>
                </a:cubicBezTo>
                <a:cubicBezTo>
                  <a:pt x="8433" y="6667"/>
                  <a:pt x="10484" y="10000"/>
                  <a:pt x="11405" y="10000"/>
                </a:cubicBezTo>
                <a:lnTo>
                  <a:pt x="1667" y="10000"/>
                </a:lnTo>
                <a:cubicBezTo>
                  <a:pt x="746" y="10000"/>
                  <a:pt x="0" y="7761"/>
                  <a:pt x="0" y="5000"/>
                </a:cubicBezTo>
                <a:cubicBezTo>
                  <a:pt x="0" y="2239"/>
                  <a:pt x="746" y="0"/>
                  <a:pt x="1667" y="0"/>
                </a:cubicBezTo>
                <a:close/>
              </a:path>
            </a:pathLst>
          </a:custGeom>
          <a:solidFill>
            <a:srgbClr val="A1FF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Stored Data 11">
            <a:extLst>
              <a:ext uri="{FF2B5EF4-FFF2-40B4-BE49-F238E27FC236}">
                <a16:creationId xmlns:a16="http://schemas.microsoft.com/office/drawing/2014/main" id="{2919D409-9F63-DC86-D417-ABBA3BD1226F}"/>
              </a:ext>
            </a:extLst>
          </p:cNvPr>
          <p:cNvSpPr/>
          <p:nvPr/>
        </p:nvSpPr>
        <p:spPr>
          <a:xfrm rot="10800000">
            <a:off x="10106601" y="-13036"/>
            <a:ext cx="5657227" cy="6871033"/>
          </a:xfrm>
          <a:custGeom>
            <a:avLst/>
            <a:gdLst>
              <a:gd name="csX0" fmla="*/ 1667 w 10000"/>
              <a:gd name="csY0" fmla="*/ 0 h 10000"/>
              <a:gd name="csX1" fmla="*/ 10000 w 10000"/>
              <a:gd name="csY1" fmla="*/ 0 h 10000"/>
              <a:gd name="csX2" fmla="*/ 8333 w 10000"/>
              <a:gd name="csY2" fmla="*/ 5000 h 10000"/>
              <a:gd name="csX3" fmla="*/ 10000 w 10000"/>
              <a:gd name="csY3" fmla="*/ 10000 h 10000"/>
              <a:gd name="csX4" fmla="*/ 1667 w 10000"/>
              <a:gd name="csY4" fmla="*/ 10000 h 10000"/>
              <a:gd name="csX5" fmla="*/ 0 w 10000"/>
              <a:gd name="csY5" fmla="*/ 5000 h 10000"/>
              <a:gd name="csX6" fmla="*/ 1667 w 10000"/>
              <a:gd name="csY6" fmla="*/ 0 h 10000"/>
              <a:gd name="csX0" fmla="*/ 1667 w 11327"/>
              <a:gd name="csY0" fmla="*/ 0 h 10000"/>
              <a:gd name="csX1" fmla="*/ 10000 w 11327"/>
              <a:gd name="csY1" fmla="*/ 0 h 10000"/>
              <a:gd name="csX2" fmla="*/ 8333 w 11327"/>
              <a:gd name="csY2" fmla="*/ 5000 h 10000"/>
              <a:gd name="csX3" fmla="*/ 11327 w 11327"/>
              <a:gd name="csY3" fmla="*/ 9963 h 10000"/>
              <a:gd name="csX4" fmla="*/ 1667 w 11327"/>
              <a:gd name="csY4" fmla="*/ 10000 h 10000"/>
              <a:gd name="csX5" fmla="*/ 0 w 11327"/>
              <a:gd name="csY5" fmla="*/ 5000 h 10000"/>
              <a:gd name="csX6" fmla="*/ 1667 w 11327"/>
              <a:gd name="csY6" fmla="*/ 0 h 10000"/>
              <a:gd name="csX0" fmla="*/ 1667 w 11327"/>
              <a:gd name="csY0" fmla="*/ 0 h 10000"/>
              <a:gd name="csX1" fmla="*/ 10806 w 11327"/>
              <a:gd name="csY1" fmla="*/ 0 h 10000"/>
              <a:gd name="csX2" fmla="*/ 8333 w 11327"/>
              <a:gd name="csY2" fmla="*/ 5000 h 10000"/>
              <a:gd name="csX3" fmla="*/ 11327 w 11327"/>
              <a:gd name="csY3" fmla="*/ 9963 h 10000"/>
              <a:gd name="csX4" fmla="*/ 1667 w 11327"/>
              <a:gd name="csY4" fmla="*/ 10000 h 10000"/>
              <a:gd name="csX5" fmla="*/ 0 w 11327"/>
              <a:gd name="csY5" fmla="*/ 5000 h 10000"/>
              <a:gd name="csX6" fmla="*/ 1667 w 11327"/>
              <a:gd name="csY6" fmla="*/ 0 h 10000"/>
              <a:gd name="csX0" fmla="*/ 1667 w 11587"/>
              <a:gd name="csY0" fmla="*/ 0 h 10019"/>
              <a:gd name="csX1" fmla="*/ 10806 w 11587"/>
              <a:gd name="csY1" fmla="*/ 0 h 10019"/>
              <a:gd name="csX2" fmla="*/ 8333 w 11587"/>
              <a:gd name="csY2" fmla="*/ 5000 h 10019"/>
              <a:gd name="csX3" fmla="*/ 11587 w 11587"/>
              <a:gd name="csY3" fmla="*/ 10019 h 10019"/>
              <a:gd name="csX4" fmla="*/ 1667 w 11587"/>
              <a:gd name="csY4" fmla="*/ 10000 h 10019"/>
              <a:gd name="csX5" fmla="*/ 0 w 11587"/>
              <a:gd name="csY5" fmla="*/ 5000 h 10019"/>
              <a:gd name="csX6" fmla="*/ 1667 w 11587"/>
              <a:gd name="csY6" fmla="*/ 0 h 100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1587" h="10019">
                <a:moveTo>
                  <a:pt x="1667" y="0"/>
                </a:moveTo>
                <a:lnTo>
                  <a:pt x="10806" y="0"/>
                </a:lnTo>
                <a:cubicBezTo>
                  <a:pt x="9885" y="0"/>
                  <a:pt x="8203" y="3330"/>
                  <a:pt x="8333" y="5000"/>
                </a:cubicBezTo>
                <a:cubicBezTo>
                  <a:pt x="8463" y="6670"/>
                  <a:pt x="10666" y="10019"/>
                  <a:pt x="11587" y="10019"/>
                </a:cubicBezTo>
                <a:lnTo>
                  <a:pt x="1667" y="10000"/>
                </a:lnTo>
                <a:cubicBezTo>
                  <a:pt x="746" y="10000"/>
                  <a:pt x="0" y="7761"/>
                  <a:pt x="0" y="5000"/>
                </a:cubicBezTo>
                <a:cubicBezTo>
                  <a:pt x="0" y="2239"/>
                  <a:pt x="746" y="0"/>
                  <a:pt x="1667" y="0"/>
                </a:cubicBezTo>
                <a:close/>
              </a:path>
            </a:pathLst>
          </a:custGeom>
          <a:solidFill>
            <a:srgbClr val="A8F3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4507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5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8" dur="15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93BA50-C834-613A-908C-D8D22B42B645}"/>
              </a:ext>
            </a:extLst>
          </p:cNvPr>
          <p:cNvSpPr txBox="1"/>
          <p:nvPr/>
        </p:nvSpPr>
        <p:spPr>
          <a:xfrm>
            <a:off x="101600" y="165100"/>
            <a:ext cx="114173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Bauhaus 93" panose="04030905020B02020C02" pitchFamily="82" charset="0"/>
              </a:rPr>
              <a:t>Questions and Answers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A2BAED-8567-5979-091D-D57127DD5E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65" t="9892" r="12990" b="21484"/>
          <a:stretch>
            <a:fillRect/>
          </a:stretch>
        </p:blipFill>
        <p:spPr>
          <a:xfrm>
            <a:off x="4574337" y="2184529"/>
            <a:ext cx="3043326" cy="27356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3A904E3-FC6C-24B6-53CA-FDF131EC430E}"/>
              </a:ext>
            </a:extLst>
          </p:cNvPr>
          <p:cNvSpPr txBox="1"/>
          <p:nvPr/>
        </p:nvSpPr>
        <p:spPr>
          <a:xfrm>
            <a:off x="5018837" y="4920159"/>
            <a:ext cx="3043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Bahnschrift" panose="020B0502040204020203" pitchFamily="34" charset="0"/>
              </a:rPr>
              <a:t>©TRICELL INC.</a:t>
            </a:r>
          </a:p>
        </p:txBody>
      </p:sp>
    </p:spTree>
    <p:extLst>
      <p:ext uri="{BB962C8B-B14F-4D97-AF65-F5344CB8AC3E}">
        <p14:creationId xmlns:p14="http://schemas.microsoft.com/office/powerpoint/2010/main" val="1168624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</TotalTime>
  <Words>139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ADLaM Display</vt:lpstr>
      <vt:lpstr>Aptos</vt:lpstr>
      <vt:lpstr>Aptos Display</vt:lpstr>
      <vt:lpstr>Arial</vt:lpstr>
      <vt:lpstr>Avenir Next LT Pro Demi</vt:lpstr>
      <vt:lpstr>Bahnschrift</vt:lpstr>
      <vt:lpstr>Bauhaus 93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Corlew, Whitman J</dc:creator>
  <cp:lastModifiedBy>Corlew, Whitman J</cp:lastModifiedBy>
  <cp:revision>1</cp:revision>
  <dcterms:created xsi:type="dcterms:W3CDTF">2026-04-15T05:49:42Z</dcterms:created>
  <dcterms:modified xsi:type="dcterms:W3CDTF">2026-04-15T13:22:36Z</dcterms:modified>
</cp:coreProperties>
</file>