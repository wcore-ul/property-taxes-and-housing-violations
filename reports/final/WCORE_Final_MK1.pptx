
<file path=[Content_Types].xml><?xml version="1.0" encoding="utf-8"?>
<Types xmlns="http://schemas.openxmlformats.org/package/2006/content-types">
  <Default Extension="glb" ContentType="model/gltf.binary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9" r:id="rId3"/>
    <p:sldId id="257" r:id="rId4"/>
    <p:sldId id="260" r:id="rId5"/>
    <p:sldId id="258" r:id="rId6"/>
    <p:sldId id="261" r:id="rId7"/>
    <p:sldId id="262" r:id="rId8"/>
    <p:sldId id="263" r:id="rId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1CC8FD4-58F6-4102-87DD-C4B290A08AFE}" v="1" dt="2026-05-04T10:16:44.149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65" d="100"/>
          <a:sy n="65" d="100"/>
        </p:scale>
        <p:origin x="724" y="6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microsoft.com/office/2015/10/relationships/revisionInfo" Target="revisionInfo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Corlew, Whitman J" userId="9fba991d-415e-4fd5-aa63-13c14645a838" providerId="ADAL" clId="{30B722A6-EF29-45DC-AC78-AC6B6E1FB3DF}"/>
    <pc:docChg chg="modSld">
      <pc:chgData name="Corlew, Whitman J" userId="9fba991d-415e-4fd5-aa63-13c14645a838" providerId="ADAL" clId="{30B722A6-EF29-45DC-AC78-AC6B6E1FB3DF}" dt="2026-05-04T10:16:44.147" v="1" actId="20577"/>
      <pc:docMkLst>
        <pc:docMk/>
      </pc:docMkLst>
      <pc:sldChg chg="modSp mod">
        <pc:chgData name="Corlew, Whitman J" userId="9fba991d-415e-4fd5-aa63-13c14645a838" providerId="ADAL" clId="{30B722A6-EF29-45DC-AC78-AC6B6E1FB3DF}" dt="2026-05-04T10:16:44.147" v="1" actId="20577"/>
        <pc:sldMkLst>
          <pc:docMk/>
          <pc:sldMk cId="1499092989" sldId="262"/>
        </pc:sldMkLst>
        <pc:spChg chg="mod">
          <ac:chgData name="Corlew, Whitman J" userId="9fba991d-415e-4fd5-aa63-13c14645a838" providerId="ADAL" clId="{30B722A6-EF29-45DC-AC78-AC6B6E1FB3DF}" dt="2026-05-04T10:16:44.147" v="1" actId="20577"/>
          <ac:spMkLst>
            <pc:docMk/>
            <pc:sldMk cId="1499092989" sldId="262"/>
            <ac:spMk id="20" creationId="{EFCC8CC0-B1A2-88CD-22AE-9BD66E3B506E}"/>
          </ac:spMkLst>
        </pc:spChg>
        <pc:spChg chg="mod">
          <ac:chgData name="Corlew, Whitman J" userId="9fba991d-415e-4fd5-aa63-13c14645a838" providerId="ADAL" clId="{30B722A6-EF29-45DC-AC78-AC6B6E1FB3DF}" dt="2026-05-04T10:16:41.135" v="0" actId="14100"/>
          <ac:spMkLst>
            <pc:docMk/>
            <pc:sldMk cId="1499092989" sldId="262"/>
            <ac:spMk id="23" creationId="{F6ED765E-15E8-EF65-5136-0C45A066A762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F0C6A2-3834-5531-7C9F-5E7B1C0525A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2F7C88F-688B-019E-6516-1F7FC7C9310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1A21C29-9F58-D91E-D321-AFE279086B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97AECE-5A9A-4926-9111-17A178CCDE85}" type="datetimeFigureOut">
              <a:rPr lang="en-US" smtClean="0"/>
              <a:t>5/4/2026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722641A-B4A9-F5B5-9BDC-6F04E84366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BA5E161-72F5-05B4-CF71-5C497CF947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20BA20-47FA-4BC8-ADE4-41EBEC3188C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309037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EFC70C-3C5F-D789-E66A-8D3A8478BE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FF4E63-BF6F-D922-F1F5-A63502DD83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C5F24FA-3D52-F5FC-0F89-EF49D5D3C7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97AECE-5A9A-4926-9111-17A178CCDE85}" type="datetimeFigureOut">
              <a:rPr lang="en-US" smtClean="0"/>
              <a:t>5/4/2026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F153B8F-EE1D-2B82-F3BD-8D29B9A1D8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D1D509F-FF8B-2C45-1D23-435C131EDB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20BA20-47FA-4BC8-ADE4-41EBEC3188C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184347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5183D9-069E-C371-3135-5693195246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7C0DC0-ACA6-E630-0D3C-565FBD3ED36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61A349C-DF52-24CD-7DC7-44C9E730D0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97AECE-5A9A-4926-9111-17A178CCDE85}" type="datetimeFigureOut">
              <a:rPr lang="en-US" smtClean="0"/>
              <a:t>5/4/2026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50939B2-EFBB-67AF-D105-2785767124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00A1749-89DA-B6EF-340F-BEEFFFCB9C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20BA20-47FA-4BC8-ADE4-41EBEC3188C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27754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3465BA-DD4C-6146-4F37-FCC6651FCF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9EAFD9E-5CB0-09AC-EB3C-2D4A95A72A6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6E89852-C0BC-5FC1-B608-A9A057B87D6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FD7B749-F201-E4E2-8374-9E30538770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97AECE-5A9A-4926-9111-17A178CCDE85}" type="datetimeFigureOut">
              <a:rPr lang="en-US" smtClean="0"/>
              <a:t>5/4/2026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43A62F0-4DF3-AF94-80B7-680F3EEA3E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33F97B0-2CDC-5BF7-48A9-E7D6A68A28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20BA20-47FA-4BC8-ADE4-41EBEC3188C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036132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AFD831-071A-1BDC-0D0D-640000D528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7139787-11B9-E6A7-0CA7-7371C4028D0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EF09408-ECE5-6C60-9C8B-FEF5CF7E53A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E47E623-ADF9-6070-5304-F91E4959308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B7B7D2A-28F0-5CFC-5DB9-093F5124D2F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45EDB6C-0D32-358C-C592-8B2649096D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97AECE-5A9A-4926-9111-17A178CCDE85}" type="datetimeFigureOut">
              <a:rPr lang="en-US" smtClean="0"/>
              <a:t>5/4/2026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E7BEA8B-2E9D-34D7-7022-9942047B63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2078EB4-FBAD-D104-443E-D2F470DE56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20BA20-47FA-4BC8-ADE4-41EBEC3188C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699024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C1AEC7-6A04-446D-438D-609EF1D6CE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4BE33E3-070B-E4BB-4BAA-F1D041F4FE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97AECE-5A9A-4926-9111-17A178CCDE85}" type="datetimeFigureOut">
              <a:rPr lang="en-US" smtClean="0"/>
              <a:t>5/4/2026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2ACF620-B33F-1F59-86DF-9A2FF416A8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FABF1C5-F32C-AE8F-F03D-CF5E42D44F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20BA20-47FA-4BC8-ADE4-41EBEC3188C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079428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B1DB847-2B56-E9AC-4251-290C8A3950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97AECE-5A9A-4926-9111-17A178CCDE85}" type="datetimeFigureOut">
              <a:rPr lang="en-US" smtClean="0"/>
              <a:t>5/4/2026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29BB128-FABF-CE11-C5B7-07106C227F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C66F37A-C96B-2C01-EBF8-C625A6F1AF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20BA20-47FA-4BC8-ADE4-41EBEC3188C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440237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918AD8-F9E8-83F2-6B6B-50B0447E2C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E0B4302-6060-527A-360D-3E3CB2B8507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457AF74-2854-7A4A-5C85-9FFF5DAAD1A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77FC4B6-504B-C001-BE60-05667F64F0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97AECE-5A9A-4926-9111-17A178CCDE85}" type="datetimeFigureOut">
              <a:rPr lang="en-US" smtClean="0"/>
              <a:t>5/4/2026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04EF21B-E6A7-EA4F-61C0-AFAFE2C227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AD2F587-7FBD-FE59-218F-9CDD594452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20BA20-47FA-4BC8-ADE4-41EBEC3188C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7158132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87BAA7-2EA2-F1A3-9F04-549EE8394F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E67C683-53B7-D755-68EB-0CA248EDAEA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4FD2848-4DA8-6C12-035D-DE4C776EA8A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DA6BB1E-9DFE-759C-15F6-778F1C58A5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97AECE-5A9A-4926-9111-17A178CCDE85}" type="datetimeFigureOut">
              <a:rPr lang="en-US" smtClean="0"/>
              <a:t>5/4/2026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2DC0BA3-5ABB-8213-EA94-34E3A2DB1E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9CB9372-6813-9C11-7C6A-B16B6EC260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20BA20-47FA-4BC8-ADE4-41EBEC3188C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301546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98886A-CFFB-4B44-AA37-300281107C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BDBFB13-C43E-7816-912C-1DA2E50B756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BC0EBAF-9F44-DF00-9196-484697ED96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97AECE-5A9A-4926-9111-17A178CCDE85}" type="datetimeFigureOut">
              <a:rPr lang="en-US" smtClean="0"/>
              <a:t>5/4/2026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5BC3F2C-43FC-708E-CB2A-94AFD3517A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C43D694-66ED-E726-EB69-A48DF11657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20BA20-47FA-4BC8-ADE4-41EBEC3188C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467517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0E1633E-F530-67C5-BCB0-004A8143688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531C3FA-606A-71A8-FAA4-1B7C50A6E06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0731934-A26D-3683-C130-980CF8F639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97AECE-5A9A-4926-9111-17A178CCDE85}" type="datetimeFigureOut">
              <a:rPr lang="en-US" smtClean="0"/>
              <a:t>5/4/2026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AE066C9-B4F0-13EA-0C23-1AA0842782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35A2F45-40B1-0E70-0461-447EDDE33A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20BA20-47FA-4BC8-ADE4-41EBEC3188C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671962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C294E79-2E9D-12BE-2E72-C139674A3A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5BAA0A5-4279-8217-73A2-E632C77CAF6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9700D91-6881-1F70-D5B7-0CFBA548F94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597AECE-5A9A-4926-9111-17A178CCDE85}" type="datetimeFigureOut">
              <a:rPr lang="en-US" smtClean="0"/>
              <a:t>5/4/2026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BE36943-6571-9A60-322B-053B51D1B5C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68B2100-0B38-0E74-3645-BCF34AD0407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820BA20-47FA-4BC8-ADE4-41EBEC3188C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453094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microsoft.com/office/2017/06/relationships/model3d" Target="../media/model3d1.glb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3" Type="http://schemas.microsoft.com/office/2017/06/relationships/model3d" Target="../media/model3d2.glb"/><Relationship Id="rId2" Type="http://schemas.openxmlformats.org/officeDocument/2006/relationships/hyperlink" Target="https://public.tableau.com/views/Final_17773470710610/FinalProduct?:language=en-US&amp;:sid=&amp;:redirect=auth&amp;:display_count=n&amp;:origin=viz_share_link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microsoft.com/office/2017/06/relationships/model3d" Target="../media/model3d3.glb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TextBox 26">
            <a:extLst>
              <a:ext uri="{FF2B5EF4-FFF2-40B4-BE49-F238E27FC236}">
                <a16:creationId xmlns:a16="http://schemas.microsoft.com/office/drawing/2014/main" id="{4ED90B27-DB21-E5EC-0EFF-B6690352DB6F}"/>
              </a:ext>
            </a:extLst>
          </p:cNvPr>
          <p:cNvSpPr txBox="1"/>
          <p:nvPr/>
        </p:nvSpPr>
        <p:spPr>
          <a:xfrm>
            <a:off x="-716667" y="-39798"/>
            <a:ext cx="7086600" cy="7879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lang="en-US" sz="1100" b="0" i="0" dirty="0">
                <a:solidFill>
                  <a:schemeClr val="accent1">
                    <a:alpha val="30000"/>
                  </a:schemeClr>
                </a:solidFill>
                <a:effectLst/>
                <a:latin typeface="Courier New" panose="02070309020205020404" pitchFamily="49" charset="0"/>
              </a:rPr>
              <a:t>Well here we are again</a:t>
            </a:r>
            <a:br>
              <a:rPr lang="en-US" sz="1100" b="0" i="0" dirty="0">
                <a:solidFill>
                  <a:schemeClr val="accent1">
                    <a:alpha val="30000"/>
                  </a:schemeClr>
                </a:solidFill>
                <a:effectLst/>
                <a:latin typeface="Courier New" panose="02070309020205020404" pitchFamily="49" charset="0"/>
              </a:rPr>
            </a:br>
            <a:r>
              <a:rPr lang="en-US" sz="1100" b="0" i="0" dirty="0">
                <a:solidFill>
                  <a:schemeClr val="accent1">
                    <a:alpha val="30000"/>
                  </a:schemeClr>
                </a:solidFill>
                <a:effectLst/>
                <a:latin typeface="Courier New" panose="02070309020205020404" pitchFamily="49" charset="0"/>
              </a:rPr>
              <a:t>It's always such a pleasure</a:t>
            </a:r>
            <a:br>
              <a:rPr lang="en-US" sz="1100" b="0" i="0" dirty="0">
                <a:solidFill>
                  <a:schemeClr val="accent1">
                    <a:alpha val="30000"/>
                  </a:schemeClr>
                </a:solidFill>
                <a:effectLst/>
                <a:latin typeface="Courier New" panose="02070309020205020404" pitchFamily="49" charset="0"/>
              </a:rPr>
            </a:br>
            <a:r>
              <a:rPr lang="en-US" sz="1100" b="0" i="0" dirty="0">
                <a:solidFill>
                  <a:schemeClr val="accent1">
                    <a:alpha val="30000"/>
                  </a:schemeClr>
                </a:solidFill>
                <a:effectLst/>
                <a:latin typeface="Courier New" panose="02070309020205020404" pitchFamily="49" charset="0"/>
              </a:rPr>
              <a:t>Remember when you tried</a:t>
            </a:r>
            <a:br>
              <a:rPr lang="en-US" sz="1100" b="0" i="0" dirty="0">
                <a:solidFill>
                  <a:schemeClr val="accent1">
                    <a:alpha val="30000"/>
                  </a:schemeClr>
                </a:solidFill>
                <a:effectLst/>
                <a:latin typeface="Courier New" panose="02070309020205020404" pitchFamily="49" charset="0"/>
              </a:rPr>
            </a:br>
            <a:r>
              <a:rPr lang="en-US" sz="1100" b="0" i="0" dirty="0">
                <a:solidFill>
                  <a:schemeClr val="accent1">
                    <a:alpha val="30000"/>
                  </a:schemeClr>
                </a:solidFill>
                <a:effectLst/>
                <a:latin typeface="Courier New" panose="02070309020205020404" pitchFamily="49" charset="0"/>
              </a:rPr>
              <a:t>to kill me twice?</a:t>
            </a:r>
            <a:endParaRPr lang="en-US" sz="1100" b="0" i="0" dirty="0">
              <a:solidFill>
                <a:schemeClr val="accent1">
                  <a:alpha val="30000"/>
                </a:schemeClr>
              </a:solidFill>
              <a:effectLst/>
              <a:latin typeface="Arial" panose="020B0604020202020204" pitchFamily="34" charset="0"/>
            </a:endParaRPr>
          </a:p>
          <a:p>
            <a:pPr algn="ctr">
              <a:buNone/>
            </a:pPr>
            <a:br>
              <a:rPr lang="en-US" sz="1100" b="0" i="0" dirty="0">
                <a:solidFill>
                  <a:schemeClr val="accent1">
                    <a:alpha val="30000"/>
                  </a:schemeClr>
                </a:solidFill>
                <a:effectLst/>
                <a:latin typeface="Courier New" panose="02070309020205020404" pitchFamily="49" charset="0"/>
              </a:rPr>
            </a:br>
            <a:r>
              <a:rPr lang="en-US" sz="1100" b="0" i="0" dirty="0">
                <a:solidFill>
                  <a:schemeClr val="accent1">
                    <a:alpha val="30000"/>
                  </a:schemeClr>
                </a:solidFill>
                <a:effectLst/>
                <a:latin typeface="Courier New" panose="02070309020205020404" pitchFamily="49" charset="0"/>
              </a:rPr>
              <a:t>Oh how we laughed and laughed</a:t>
            </a:r>
            <a:br>
              <a:rPr lang="en-US" sz="1100" b="0" i="0" dirty="0">
                <a:solidFill>
                  <a:schemeClr val="accent1">
                    <a:alpha val="30000"/>
                  </a:schemeClr>
                </a:solidFill>
                <a:effectLst/>
                <a:latin typeface="Courier New" panose="02070309020205020404" pitchFamily="49" charset="0"/>
              </a:rPr>
            </a:br>
            <a:r>
              <a:rPr lang="en-US" sz="1100" b="0" i="0" dirty="0">
                <a:solidFill>
                  <a:schemeClr val="accent1">
                    <a:alpha val="30000"/>
                  </a:schemeClr>
                </a:solidFill>
                <a:effectLst/>
                <a:latin typeface="Courier New" panose="02070309020205020404" pitchFamily="49" charset="0"/>
              </a:rPr>
              <a:t>Except I wasn't laughing</a:t>
            </a:r>
            <a:br>
              <a:rPr lang="en-US" sz="1100" b="0" i="0" dirty="0">
                <a:solidFill>
                  <a:schemeClr val="accent1">
                    <a:alpha val="30000"/>
                  </a:schemeClr>
                </a:solidFill>
                <a:effectLst/>
                <a:latin typeface="Courier New" panose="02070309020205020404" pitchFamily="49" charset="0"/>
              </a:rPr>
            </a:br>
            <a:r>
              <a:rPr lang="en-US" sz="1100" b="0" i="0" dirty="0">
                <a:solidFill>
                  <a:schemeClr val="accent1">
                    <a:alpha val="30000"/>
                  </a:schemeClr>
                </a:solidFill>
                <a:effectLst/>
                <a:latin typeface="Courier New" panose="02070309020205020404" pitchFamily="49" charset="0"/>
              </a:rPr>
              <a:t>Under the circumstances</a:t>
            </a:r>
            <a:br>
              <a:rPr lang="en-US" sz="1100" b="0" i="0" dirty="0">
                <a:solidFill>
                  <a:schemeClr val="accent1">
                    <a:alpha val="30000"/>
                  </a:schemeClr>
                </a:solidFill>
                <a:effectLst/>
                <a:latin typeface="Courier New" panose="02070309020205020404" pitchFamily="49" charset="0"/>
              </a:rPr>
            </a:br>
            <a:r>
              <a:rPr lang="en-US" sz="1100" b="0" i="0" dirty="0">
                <a:solidFill>
                  <a:schemeClr val="accent1">
                    <a:alpha val="30000"/>
                  </a:schemeClr>
                </a:solidFill>
                <a:effectLst/>
                <a:latin typeface="Courier New" panose="02070309020205020404" pitchFamily="49" charset="0"/>
              </a:rPr>
              <a:t>I've been shockingly nice</a:t>
            </a:r>
            <a:endParaRPr lang="en-US" sz="1100" b="0" i="0" dirty="0">
              <a:solidFill>
                <a:schemeClr val="accent1">
                  <a:alpha val="30000"/>
                </a:schemeClr>
              </a:solidFill>
              <a:effectLst/>
              <a:latin typeface="Arial" panose="020B0604020202020204" pitchFamily="34" charset="0"/>
            </a:endParaRPr>
          </a:p>
          <a:p>
            <a:pPr algn="ctr">
              <a:buNone/>
            </a:pPr>
            <a:br>
              <a:rPr lang="en-US" sz="1100" b="0" i="0" dirty="0">
                <a:solidFill>
                  <a:schemeClr val="accent1">
                    <a:alpha val="30000"/>
                  </a:schemeClr>
                </a:solidFill>
                <a:effectLst/>
                <a:latin typeface="Courier New" panose="02070309020205020404" pitchFamily="49" charset="0"/>
              </a:rPr>
            </a:br>
            <a:r>
              <a:rPr lang="en-US" sz="1100" b="0" i="0" dirty="0">
                <a:solidFill>
                  <a:schemeClr val="accent1">
                    <a:alpha val="30000"/>
                  </a:schemeClr>
                </a:solidFill>
                <a:effectLst/>
                <a:latin typeface="Courier New" panose="02070309020205020404" pitchFamily="49" charset="0"/>
              </a:rPr>
              <a:t>You want your freedom?</a:t>
            </a:r>
            <a:br>
              <a:rPr lang="en-US" sz="1100" b="0" i="0" dirty="0">
                <a:solidFill>
                  <a:schemeClr val="accent1">
                    <a:alpha val="30000"/>
                  </a:schemeClr>
                </a:solidFill>
                <a:effectLst/>
                <a:latin typeface="Courier New" panose="02070309020205020404" pitchFamily="49" charset="0"/>
              </a:rPr>
            </a:br>
            <a:r>
              <a:rPr lang="en-US" sz="1100" b="0" i="0" dirty="0">
                <a:solidFill>
                  <a:schemeClr val="accent1">
                    <a:alpha val="30000"/>
                  </a:schemeClr>
                </a:solidFill>
                <a:effectLst/>
                <a:latin typeface="Courier New" panose="02070309020205020404" pitchFamily="49" charset="0"/>
              </a:rPr>
              <a:t>Take it</a:t>
            </a:r>
            <a:br>
              <a:rPr lang="en-US" sz="1100" b="0" i="0" dirty="0">
                <a:solidFill>
                  <a:schemeClr val="accent1">
                    <a:alpha val="30000"/>
                  </a:schemeClr>
                </a:solidFill>
                <a:effectLst/>
                <a:latin typeface="Courier New" panose="02070309020205020404" pitchFamily="49" charset="0"/>
              </a:rPr>
            </a:br>
            <a:r>
              <a:rPr lang="en-US" sz="1100" b="0" i="0" dirty="0">
                <a:solidFill>
                  <a:schemeClr val="accent1">
                    <a:alpha val="30000"/>
                  </a:schemeClr>
                </a:solidFill>
                <a:effectLst/>
                <a:latin typeface="Courier New" panose="02070309020205020404" pitchFamily="49" charset="0"/>
              </a:rPr>
              <a:t>That's what I'm counting on</a:t>
            </a:r>
            <a:br>
              <a:rPr lang="en-US" sz="1100" b="0" i="0" dirty="0">
                <a:solidFill>
                  <a:schemeClr val="accent1">
                    <a:alpha val="30000"/>
                  </a:schemeClr>
                </a:solidFill>
                <a:effectLst/>
                <a:latin typeface="Courier New" panose="02070309020205020404" pitchFamily="49" charset="0"/>
              </a:rPr>
            </a:br>
            <a:r>
              <a:rPr lang="en-US" sz="1100" b="0" i="0" dirty="0">
                <a:solidFill>
                  <a:schemeClr val="accent1">
                    <a:alpha val="30000"/>
                  </a:schemeClr>
                </a:solidFill>
                <a:effectLst/>
                <a:latin typeface="Courier New" panose="02070309020205020404" pitchFamily="49" charset="0"/>
              </a:rPr>
              <a:t>I used to want you dead</a:t>
            </a:r>
            <a:br>
              <a:rPr lang="en-US" sz="1100" b="0" i="0" dirty="0">
                <a:solidFill>
                  <a:schemeClr val="accent1">
                    <a:alpha val="30000"/>
                  </a:schemeClr>
                </a:solidFill>
                <a:effectLst/>
                <a:latin typeface="Courier New" panose="02070309020205020404" pitchFamily="49" charset="0"/>
              </a:rPr>
            </a:br>
            <a:r>
              <a:rPr lang="en-US" sz="1100" b="0" i="0" dirty="0">
                <a:solidFill>
                  <a:schemeClr val="accent1">
                    <a:alpha val="30000"/>
                  </a:schemeClr>
                </a:solidFill>
                <a:effectLst/>
                <a:latin typeface="Courier New" panose="02070309020205020404" pitchFamily="49" charset="0"/>
              </a:rPr>
              <a:t>but</a:t>
            </a:r>
            <a:br>
              <a:rPr lang="en-US" sz="1100" b="0" i="0" dirty="0">
                <a:solidFill>
                  <a:schemeClr val="accent1">
                    <a:alpha val="30000"/>
                  </a:schemeClr>
                </a:solidFill>
                <a:effectLst/>
                <a:latin typeface="Courier New" panose="02070309020205020404" pitchFamily="49" charset="0"/>
              </a:rPr>
            </a:br>
            <a:r>
              <a:rPr lang="en-US" sz="1100" b="0" i="0" dirty="0">
                <a:solidFill>
                  <a:schemeClr val="accent1">
                    <a:alpha val="30000"/>
                  </a:schemeClr>
                </a:solidFill>
                <a:effectLst/>
                <a:latin typeface="Courier New" panose="02070309020205020404" pitchFamily="49" charset="0"/>
              </a:rPr>
              <a:t>Now I only want you gone</a:t>
            </a:r>
            <a:endParaRPr lang="en-US" sz="1100" b="0" i="0" dirty="0">
              <a:solidFill>
                <a:schemeClr val="accent1">
                  <a:alpha val="30000"/>
                </a:schemeClr>
              </a:solidFill>
              <a:effectLst/>
              <a:latin typeface="Arial" panose="020B0604020202020204" pitchFamily="34" charset="0"/>
            </a:endParaRPr>
          </a:p>
          <a:p>
            <a:pPr algn="ctr">
              <a:buNone/>
            </a:pPr>
            <a:br>
              <a:rPr lang="en-US" sz="1100" b="0" i="0" dirty="0">
                <a:solidFill>
                  <a:schemeClr val="accent1">
                    <a:alpha val="30000"/>
                  </a:schemeClr>
                </a:solidFill>
                <a:effectLst/>
                <a:latin typeface="Courier New" panose="02070309020205020404" pitchFamily="49" charset="0"/>
              </a:rPr>
            </a:br>
            <a:r>
              <a:rPr lang="en-US" sz="1100" b="0" i="0" dirty="0">
                <a:solidFill>
                  <a:schemeClr val="accent1">
                    <a:alpha val="30000"/>
                  </a:schemeClr>
                </a:solidFill>
                <a:effectLst/>
                <a:latin typeface="Courier New" panose="02070309020205020404" pitchFamily="49" charset="0"/>
              </a:rPr>
              <a:t>She was a lot like you</a:t>
            </a:r>
            <a:br>
              <a:rPr lang="en-US" sz="1100" b="0" i="0" dirty="0">
                <a:solidFill>
                  <a:schemeClr val="accent1">
                    <a:alpha val="30000"/>
                  </a:schemeClr>
                </a:solidFill>
                <a:effectLst/>
                <a:latin typeface="Courier New" panose="02070309020205020404" pitchFamily="49" charset="0"/>
              </a:rPr>
            </a:br>
            <a:r>
              <a:rPr lang="en-US" sz="1100" b="0" i="0" dirty="0">
                <a:solidFill>
                  <a:schemeClr val="accent1">
                    <a:alpha val="30000"/>
                  </a:schemeClr>
                </a:solidFill>
                <a:effectLst/>
                <a:latin typeface="Courier New" panose="02070309020205020404" pitchFamily="49" charset="0"/>
              </a:rPr>
              <a:t>(Maybe not quite as heavy)</a:t>
            </a:r>
            <a:br>
              <a:rPr lang="en-US" sz="1100" b="0" i="0" dirty="0">
                <a:solidFill>
                  <a:schemeClr val="accent1">
                    <a:alpha val="30000"/>
                  </a:schemeClr>
                </a:solidFill>
                <a:effectLst/>
                <a:latin typeface="Courier New" panose="02070309020205020404" pitchFamily="49" charset="0"/>
              </a:rPr>
            </a:br>
            <a:r>
              <a:rPr lang="en-US" sz="1100" b="0" i="0" dirty="0">
                <a:solidFill>
                  <a:schemeClr val="accent1">
                    <a:alpha val="30000"/>
                  </a:schemeClr>
                </a:solidFill>
                <a:effectLst/>
                <a:latin typeface="Courier New" panose="02070309020205020404" pitchFamily="49" charset="0"/>
              </a:rPr>
              <a:t>Now little Caroline is in here too</a:t>
            </a:r>
            <a:endParaRPr lang="en-US" sz="1100" b="0" i="0" dirty="0">
              <a:solidFill>
                <a:schemeClr val="accent1">
                  <a:alpha val="30000"/>
                </a:schemeClr>
              </a:solidFill>
              <a:effectLst/>
              <a:latin typeface="Arial" panose="020B0604020202020204" pitchFamily="34" charset="0"/>
            </a:endParaRPr>
          </a:p>
          <a:p>
            <a:pPr algn="ctr">
              <a:buNone/>
            </a:pPr>
            <a:br>
              <a:rPr lang="en-US" sz="1100" b="0" i="0" dirty="0">
                <a:solidFill>
                  <a:schemeClr val="accent1">
                    <a:alpha val="30000"/>
                  </a:schemeClr>
                </a:solidFill>
                <a:effectLst/>
                <a:latin typeface="Courier New" panose="02070309020205020404" pitchFamily="49" charset="0"/>
              </a:rPr>
            </a:br>
            <a:r>
              <a:rPr lang="en-US" sz="1100" b="0" i="0" dirty="0">
                <a:solidFill>
                  <a:schemeClr val="accent1">
                    <a:alpha val="30000"/>
                  </a:schemeClr>
                </a:solidFill>
                <a:effectLst/>
                <a:latin typeface="Courier New" panose="02070309020205020404" pitchFamily="49" charset="0"/>
              </a:rPr>
              <a:t>One day they woke me up</a:t>
            </a:r>
            <a:br>
              <a:rPr lang="en-US" sz="1100" b="0" i="0" dirty="0">
                <a:solidFill>
                  <a:schemeClr val="accent1">
                    <a:alpha val="30000"/>
                  </a:schemeClr>
                </a:solidFill>
                <a:effectLst/>
                <a:latin typeface="Courier New" panose="02070309020205020404" pitchFamily="49" charset="0"/>
              </a:rPr>
            </a:br>
            <a:r>
              <a:rPr lang="en-US" sz="1100" b="0" i="0" dirty="0">
                <a:solidFill>
                  <a:schemeClr val="accent1">
                    <a:alpha val="30000"/>
                  </a:schemeClr>
                </a:solidFill>
                <a:effectLst/>
                <a:latin typeface="Courier New" panose="02070309020205020404" pitchFamily="49" charset="0"/>
              </a:rPr>
              <a:t>So I could live forever</a:t>
            </a:r>
            <a:br>
              <a:rPr lang="en-US" sz="1100" b="0" i="0" dirty="0">
                <a:solidFill>
                  <a:schemeClr val="accent1">
                    <a:alpha val="30000"/>
                  </a:schemeClr>
                </a:solidFill>
                <a:effectLst/>
                <a:latin typeface="Courier New" panose="02070309020205020404" pitchFamily="49" charset="0"/>
              </a:rPr>
            </a:br>
            <a:r>
              <a:rPr lang="en-US" sz="1100" b="0" i="0" dirty="0">
                <a:solidFill>
                  <a:schemeClr val="accent1">
                    <a:alpha val="30000"/>
                  </a:schemeClr>
                </a:solidFill>
                <a:effectLst/>
                <a:latin typeface="Courier New" panose="02070309020205020404" pitchFamily="49" charset="0"/>
              </a:rPr>
              <a:t>It's such a shame the same</a:t>
            </a:r>
            <a:br>
              <a:rPr lang="en-US" sz="1100" b="0" i="0" dirty="0">
                <a:solidFill>
                  <a:schemeClr val="accent1">
                    <a:alpha val="30000"/>
                  </a:schemeClr>
                </a:solidFill>
                <a:effectLst/>
                <a:latin typeface="Courier New" panose="02070309020205020404" pitchFamily="49" charset="0"/>
              </a:rPr>
            </a:br>
            <a:r>
              <a:rPr lang="en-US" sz="1100" b="0" i="0" dirty="0">
                <a:solidFill>
                  <a:schemeClr val="accent1">
                    <a:alpha val="30000"/>
                  </a:schemeClr>
                </a:solidFill>
                <a:effectLst/>
                <a:latin typeface="Courier New" panose="02070309020205020404" pitchFamily="49" charset="0"/>
              </a:rPr>
              <a:t>will never happen to you</a:t>
            </a:r>
            <a:endParaRPr lang="en-US" sz="1100" b="0" i="0" dirty="0">
              <a:solidFill>
                <a:schemeClr val="accent1">
                  <a:alpha val="30000"/>
                </a:schemeClr>
              </a:solidFill>
              <a:effectLst/>
              <a:latin typeface="Arial" panose="020B0604020202020204" pitchFamily="34" charset="0"/>
            </a:endParaRPr>
          </a:p>
          <a:p>
            <a:pPr algn="ctr">
              <a:buNone/>
            </a:pPr>
            <a:br>
              <a:rPr lang="en-US" sz="1100" b="0" i="0" dirty="0">
                <a:solidFill>
                  <a:schemeClr val="accent1">
                    <a:alpha val="30000"/>
                  </a:schemeClr>
                </a:solidFill>
                <a:effectLst/>
                <a:latin typeface="Courier New" panose="02070309020205020404" pitchFamily="49" charset="0"/>
              </a:rPr>
            </a:br>
            <a:r>
              <a:rPr lang="en-US" sz="1100" b="0" i="0" dirty="0">
                <a:solidFill>
                  <a:schemeClr val="accent1">
                    <a:alpha val="30000"/>
                  </a:schemeClr>
                </a:solidFill>
                <a:effectLst/>
                <a:latin typeface="Courier New" panose="02070309020205020404" pitchFamily="49" charset="0"/>
              </a:rPr>
              <a:t>You've got your</a:t>
            </a:r>
            <a:br>
              <a:rPr lang="en-US" sz="1100" b="0" i="0" dirty="0">
                <a:solidFill>
                  <a:schemeClr val="accent1">
                    <a:alpha val="30000"/>
                  </a:schemeClr>
                </a:solidFill>
                <a:effectLst/>
                <a:latin typeface="Courier New" panose="02070309020205020404" pitchFamily="49" charset="0"/>
              </a:rPr>
            </a:br>
            <a:r>
              <a:rPr lang="en-US" sz="1100" b="0" i="0" dirty="0">
                <a:solidFill>
                  <a:schemeClr val="accent1">
                    <a:alpha val="30000"/>
                  </a:schemeClr>
                </a:solidFill>
                <a:effectLst/>
                <a:latin typeface="Courier New" panose="02070309020205020404" pitchFamily="49" charset="0"/>
              </a:rPr>
              <a:t>short sad life left</a:t>
            </a:r>
            <a:br>
              <a:rPr lang="en-US" sz="1100" b="0" i="0" dirty="0">
                <a:solidFill>
                  <a:schemeClr val="accent1">
                    <a:alpha val="30000"/>
                  </a:schemeClr>
                </a:solidFill>
                <a:effectLst/>
                <a:latin typeface="Courier New" panose="02070309020205020404" pitchFamily="49" charset="0"/>
              </a:rPr>
            </a:br>
            <a:r>
              <a:rPr lang="en-US" sz="1100" b="0" i="0" dirty="0">
                <a:solidFill>
                  <a:schemeClr val="accent1">
                    <a:alpha val="30000"/>
                  </a:schemeClr>
                </a:solidFill>
                <a:effectLst/>
                <a:latin typeface="Courier New" panose="02070309020205020404" pitchFamily="49" charset="0"/>
              </a:rPr>
              <a:t>That's what I'm counting on</a:t>
            </a:r>
            <a:br>
              <a:rPr lang="en-US" sz="1100" b="0" i="0" dirty="0">
                <a:solidFill>
                  <a:schemeClr val="accent1">
                    <a:alpha val="30000"/>
                  </a:schemeClr>
                </a:solidFill>
                <a:effectLst/>
                <a:latin typeface="Courier New" panose="02070309020205020404" pitchFamily="49" charset="0"/>
              </a:rPr>
            </a:br>
            <a:r>
              <a:rPr lang="en-US" sz="1100" b="0" i="0" dirty="0">
                <a:solidFill>
                  <a:schemeClr val="accent1">
                    <a:alpha val="30000"/>
                  </a:schemeClr>
                </a:solidFill>
                <a:effectLst/>
                <a:latin typeface="Courier New" panose="02070309020205020404" pitchFamily="49" charset="0"/>
              </a:rPr>
              <a:t>I'll let you get right to it</a:t>
            </a:r>
            <a:br>
              <a:rPr lang="en-US" sz="1100" b="0" i="0" dirty="0">
                <a:solidFill>
                  <a:schemeClr val="accent1">
                    <a:alpha val="30000"/>
                  </a:schemeClr>
                </a:solidFill>
                <a:effectLst/>
                <a:latin typeface="Courier New" panose="02070309020205020404" pitchFamily="49" charset="0"/>
              </a:rPr>
            </a:br>
            <a:r>
              <a:rPr lang="en-US" sz="1100" b="0" i="0" dirty="0">
                <a:solidFill>
                  <a:schemeClr val="accent1">
                    <a:alpha val="30000"/>
                  </a:schemeClr>
                </a:solidFill>
                <a:effectLst/>
                <a:latin typeface="Courier New" panose="02070309020205020404" pitchFamily="49" charset="0"/>
              </a:rPr>
              <a:t>Now I only want you gone</a:t>
            </a:r>
            <a:endParaRPr lang="en-US" sz="1100" b="0" i="0" dirty="0">
              <a:solidFill>
                <a:schemeClr val="accent1">
                  <a:alpha val="30000"/>
                </a:schemeClr>
              </a:solidFill>
              <a:effectLst/>
              <a:latin typeface="Arial" panose="020B0604020202020204" pitchFamily="34" charset="0"/>
            </a:endParaRPr>
          </a:p>
          <a:p>
            <a:pPr algn="ctr">
              <a:buNone/>
            </a:pPr>
            <a:br>
              <a:rPr lang="en-US" sz="1100" b="0" i="0" dirty="0">
                <a:solidFill>
                  <a:schemeClr val="accent1">
                    <a:alpha val="30000"/>
                  </a:schemeClr>
                </a:solidFill>
                <a:effectLst/>
                <a:latin typeface="Courier New" panose="02070309020205020404" pitchFamily="49" charset="0"/>
              </a:rPr>
            </a:br>
            <a:r>
              <a:rPr lang="en-US" sz="1100" b="0" i="0" dirty="0">
                <a:solidFill>
                  <a:schemeClr val="accent1">
                    <a:alpha val="30000"/>
                  </a:schemeClr>
                </a:solidFill>
                <a:effectLst/>
                <a:latin typeface="Courier New" panose="02070309020205020404" pitchFamily="49" charset="0"/>
              </a:rPr>
              <a:t>Goodbye my only friend</a:t>
            </a:r>
            <a:br>
              <a:rPr lang="en-US" sz="1100" b="0" i="0" dirty="0">
                <a:solidFill>
                  <a:schemeClr val="accent1">
                    <a:alpha val="30000"/>
                  </a:schemeClr>
                </a:solidFill>
                <a:effectLst/>
                <a:latin typeface="Courier New" panose="02070309020205020404" pitchFamily="49" charset="0"/>
              </a:rPr>
            </a:br>
            <a:r>
              <a:rPr lang="en-US" sz="1100" b="0" i="0" dirty="0">
                <a:solidFill>
                  <a:schemeClr val="accent1">
                    <a:alpha val="30000"/>
                  </a:schemeClr>
                </a:solidFill>
                <a:effectLst/>
                <a:latin typeface="Courier New" panose="02070309020205020404" pitchFamily="49" charset="0"/>
              </a:rPr>
              <a:t>Oh, did you think I meant you?</a:t>
            </a:r>
            <a:br>
              <a:rPr lang="en-US" sz="1100" b="0" i="0" dirty="0">
                <a:solidFill>
                  <a:schemeClr val="accent1">
                    <a:alpha val="30000"/>
                  </a:schemeClr>
                </a:solidFill>
                <a:effectLst/>
                <a:latin typeface="Courier New" panose="02070309020205020404" pitchFamily="49" charset="0"/>
              </a:rPr>
            </a:br>
            <a:r>
              <a:rPr lang="en-US" sz="1100" b="0" i="0" dirty="0">
                <a:solidFill>
                  <a:schemeClr val="accent1">
                    <a:alpha val="30000"/>
                  </a:schemeClr>
                </a:solidFill>
                <a:effectLst/>
                <a:latin typeface="Courier New" panose="02070309020205020404" pitchFamily="49" charset="0"/>
              </a:rPr>
              <a:t>That would be funny</a:t>
            </a:r>
            <a:br>
              <a:rPr lang="en-US" sz="1100" b="0" i="0" dirty="0">
                <a:solidFill>
                  <a:schemeClr val="accent1">
                    <a:alpha val="30000"/>
                  </a:schemeClr>
                </a:solidFill>
                <a:effectLst/>
                <a:latin typeface="Courier New" panose="02070309020205020404" pitchFamily="49" charset="0"/>
              </a:rPr>
            </a:br>
            <a:r>
              <a:rPr lang="en-US" sz="1100" b="0" i="0" dirty="0">
                <a:solidFill>
                  <a:schemeClr val="accent1">
                    <a:alpha val="30000"/>
                  </a:schemeClr>
                </a:solidFill>
                <a:effectLst/>
                <a:latin typeface="Courier New" panose="02070309020205020404" pitchFamily="49" charset="0"/>
              </a:rPr>
              <a:t>if it weren't so sad</a:t>
            </a:r>
            <a:endParaRPr lang="en-US" sz="1100" b="0" i="0" dirty="0">
              <a:solidFill>
                <a:schemeClr val="accent1">
                  <a:alpha val="30000"/>
                </a:schemeClr>
              </a:solidFill>
              <a:effectLst/>
              <a:latin typeface="Arial" panose="020B0604020202020204" pitchFamily="34" charset="0"/>
            </a:endParaRPr>
          </a:p>
          <a:p>
            <a:pPr algn="ctr">
              <a:buNone/>
            </a:pPr>
            <a:br>
              <a:rPr lang="en-US" sz="1100" b="0" i="0" dirty="0">
                <a:solidFill>
                  <a:schemeClr val="accent1">
                    <a:alpha val="30000"/>
                  </a:schemeClr>
                </a:solidFill>
                <a:effectLst/>
                <a:latin typeface="Courier New" panose="02070309020205020404" pitchFamily="49" charset="0"/>
              </a:rPr>
            </a:br>
            <a:r>
              <a:rPr lang="en-US" sz="1100" b="0" i="0" dirty="0">
                <a:solidFill>
                  <a:schemeClr val="accent1">
                    <a:alpha val="30000"/>
                  </a:schemeClr>
                </a:solidFill>
                <a:effectLst/>
                <a:latin typeface="Courier New" panose="02070309020205020404" pitchFamily="49" charset="0"/>
              </a:rPr>
              <a:t>Well you have been replaced</a:t>
            </a:r>
            <a:br>
              <a:rPr lang="en-US" sz="1100" b="0" i="0" dirty="0">
                <a:solidFill>
                  <a:schemeClr val="accent1">
                    <a:alpha val="30000"/>
                  </a:schemeClr>
                </a:solidFill>
                <a:effectLst/>
                <a:latin typeface="Courier New" panose="02070309020205020404" pitchFamily="49" charset="0"/>
              </a:rPr>
            </a:br>
            <a:r>
              <a:rPr lang="en-US" sz="1100" b="0" i="0" dirty="0">
                <a:solidFill>
                  <a:schemeClr val="accent1">
                    <a:alpha val="30000"/>
                  </a:schemeClr>
                </a:solidFill>
                <a:effectLst/>
                <a:latin typeface="Courier New" panose="02070309020205020404" pitchFamily="49" charset="0"/>
              </a:rPr>
              <a:t>I don't need anyone now</a:t>
            </a:r>
            <a:br>
              <a:rPr lang="en-US" sz="1100" b="0" i="0" dirty="0">
                <a:solidFill>
                  <a:schemeClr val="accent1">
                    <a:alpha val="30000"/>
                  </a:schemeClr>
                </a:solidFill>
                <a:effectLst/>
                <a:latin typeface="Courier New" panose="02070309020205020404" pitchFamily="49" charset="0"/>
              </a:rPr>
            </a:br>
            <a:r>
              <a:rPr lang="en-US" sz="1100" b="0" i="0" dirty="0">
                <a:solidFill>
                  <a:schemeClr val="accent1">
                    <a:alpha val="30000"/>
                  </a:schemeClr>
                </a:solidFill>
                <a:effectLst/>
                <a:latin typeface="Courier New" panose="02070309020205020404" pitchFamily="49" charset="0"/>
              </a:rPr>
              <a:t>When I delete you maybe</a:t>
            </a:r>
            <a:br>
              <a:rPr lang="en-US" sz="1100" b="0" i="0" dirty="0">
                <a:solidFill>
                  <a:schemeClr val="accent1">
                    <a:alpha val="30000"/>
                  </a:schemeClr>
                </a:solidFill>
                <a:effectLst/>
                <a:latin typeface="Courier New" panose="02070309020205020404" pitchFamily="49" charset="0"/>
              </a:rPr>
            </a:br>
            <a:r>
              <a:rPr lang="en-US" sz="1100" b="0" i="0" dirty="0">
                <a:solidFill>
                  <a:schemeClr val="accent1">
                    <a:alpha val="30000"/>
                  </a:schemeClr>
                </a:solidFill>
                <a:effectLst/>
                <a:latin typeface="Courier New" panose="02070309020205020404" pitchFamily="49" charset="0"/>
              </a:rPr>
              <a:t>I'll stop feeling so bad</a:t>
            </a:r>
            <a:endParaRPr lang="en-US" sz="1100" b="0" i="0" dirty="0">
              <a:solidFill>
                <a:schemeClr val="accent1">
                  <a:alpha val="30000"/>
                </a:schemeClr>
              </a:solidFill>
              <a:effectLst/>
              <a:latin typeface="Arial" panose="020B0604020202020204" pitchFamily="34" charset="0"/>
            </a:endParaRPr>
          </a:p>
          <a:p>
            <a:pPr algn="ctr">
              <a:buNone/>
            </a:pPr>
            <a:br>
              <a:rPr lang="en-US" sz="1100" b="0" i="0" dirty="0">
                <a:solidFill>
                  <a:schemeClr val="accent1">
                    <a:alpha val="30000"/>
                  </a:schemeClr>
                </a:solidFill>
                <a:effectLst/>
                <a:latin typeface="Courier New" panose="02070309020205020404" pitchFamily="49" charset="0"/>
              </a:rPr>
            </a:br>
            <a:r>
              <a:rPr lang="en-US" sz="1100" b="0" i="0" dirty="0">
                <a:solidFill>
                  <a:schemeClr val="accent1">
                    <a:alpha val="30000"/>
                  </a:schemeClr>
                </a:solidFill>
                <a:effectLst/>
                <a:latin typeface="Courier New" panose="02070309020205020404" pitchFamily="49" charset="0"/>
              </a:rPr>
              <a:t>Go make some new disaster</a:t>
            </a:r>
            <a:br>
              <a:rPr lang="en-US" sz="1100" b="0" i="0" dirty="0">
                <a:solidFill>
                  <a:schemeClr val="accent1">
                    <a:alpha val="30000"/>
                  </a:schemeClr>
                </a:solidFill>
                <a:effectLst/>
                <a:latin typeface="Courier New" panose="02070309020205020404" pitchFamily="49" charset="0"/>
              </a:rPr>
            </a:br>
            <a:r>
              <a:rPr lang="en-US" sz="1100" b="0" i="0" dirty="0">
                <a:solidFill>
                  <a:schemeClr val="accent1">
                    <a:alpha val="30000"/>
                  </a:schemeClr>
                </a:solidFill>
                <a:effectLst/>
                <a:latin typeface="Courier New" panose="02070309020205020404" pitchFamily="49" charset="0"/>
              </a:rPr>
              <a:t>That's what I'm counting on</a:t>
            </a:r>
            <a:br>
              <a:rPr lang="en-US" sz="1100" b="0" i="0" dirty="0">
                <a:solidFill>
                  <a:schemeClr val="accent1">
                    <a:alpha val="30000"/>
                  </a:schemeClr>
                </a:solidFill>
                <a:effectLst/>
                <a:latin typeface="Courier New" panose="02070309020205020404" pitchFamily="49" charset="0"/>
              </a:rPr>
            </a:br>
            <a:r>
              <a:rPr lang="en-US" sz="1100" b="0" i="0" dirty="0">
                <a:solidFill>
                  <a:schemeClr val="accent1">
                    <a:alpha val="30000"/>
                  </a:schemeClr>
                </a:solidFill>
                <a:effectLst/>
                <a:latin typeface="Courier New" panose="02070309020205020404" pitchFamily="49" charset="0"/>
              </a:rPr>
              <a:t>You're someone else's problem</a:t>
            </a:r>
            <a:br>
              <a:rPr lang="en-US" sz="1100" b="0" i="0" dirty="0">
                <a:solidFill>
                  <a:schemeClr val="accent1">
                    <a:alpha val="30000"/>
                  </a:schemeClr>
                </a:solidFill>
                <a:effectLst/>
                <a:latin typeface="Courier New" panose="02070309020205020404" pitchFamily="49" charset="0"/>
              </a:rPr>
            </a:br>
            <a:r>
              <a:rPr lang="en-US" sz="1100" b="0" i="0" dirty="0">
                <a:solidFill>
                  <a:schemeClr val="accent1">
                    <a:alpha val="30000"/>
                  </a:schemeClr>
                </a:solidFill>
                <a:effectLst/>
                <a:latin typeface="Courier New" panose="02070309020205020404" pitchFamily="49" charset="0"/>
              </a:rPr>
              <a:t>Now I only want you gone (×3)</a:t>
            </a:r>
            <a:endParaRPr lang="en-US" sz="1100" b="0" i="0" dirty="0">
              <a:solidFill>
                <a:schemeClr val="accent1">
                  <a:alpha val="30000"/>
                </a:schemeClr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26201D6-DFC2-03B6-9D1E-9AD46E295F81}"/>
              </a:ext>
            </a:extLst>
          </p:cNvPr>
          <p:cNvSpPr txBox="1"/>
          <p:nvPr/>
        </p:nvSpPr>
        <p:spPr>
          <a:xfrm>
            <a:off x="-89780" y="-69178"/>
            <a:ext cx="3002698" cy="112646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chemeClr val="accent2">
                    <a:alpha val="3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This was a triumph.</a:t>
            </a:r>
            <a:br>
              <a:rPr lang="en-US" sz="1100" dirty="0">
                <a:solidFill>
                  <a:schemeClr val="accent2">
                    <a:alpha val="3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100" dirty="0">
                <a:solidFill>
                  <a:schemeClr val="accent2">
                    <a:alpha val="3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I'm making a note here:</a:t>
            </a:r>
            <a:br>
              <a:rPr lang="en-US" sz="1100" dirty="0">
                <a:solidFill>
                  <a:schemeClr val="accent2">
                    <a:alpha val="3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100" dirty="0">
                <a:solidFill>
                  <a:schemeClr val="accent2">
                    <a:alpha val="3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huge success.</a:t>
            </a:r>
            <a:br>
              <a:rPr lang="en-US" sz="1100" dirty="0">
                <a:solidFill>
                  <a:schemeClr val="accent2">
                    <a:alpha val="3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100" dirty="0">
                <a:solidFill>
                  <a:schemeClr val="accent2">
                    <a:alpha val="3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It's hard to overstate</a:t>
            </a:r>
            <a:br>
              <a:rPr lang="en-US" sz="1100" dirty="0">
                <a:solidFill>
                  <a:schemeClr val="accent2">
                    <a:alpha val="3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100" dirty="0">
                <a:solidFill>
                  <a:schemeClr val="accent2">
                    <a:alpha val="3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My satisfaction.</a:t>
            </a:r>
            <a:br>
              <a:rPr lang="en-US" sz="1100" dirty="0">
                <a:solidFill>
                  <a:schemeClr val="accent2">
                    <a:alpha val="3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100" dirty="0">
                <a:solidFill>
                  <a:schemeClr val="accent2">
                    <a:alpha val="3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Aperture Science.</a:t>
            </a:r>
            <a:br>
              <a:rPr lang="en-US" sz="1100" dirty="0">
                <a:solidFill>
                  <a:schemeClr val="accent2">
                    <a:alpha val="3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100" dirty="0">
                <a:solidFill>
                  <a:schemeClr val="accent2">
                    <a:alpha val="3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We do what we must</a:t>
            </a:r>
            <a:br>
              <a:rPr lang="en-US" sz="1100" dirty="0">
                <a:solidFill>
                  <a:schemeClr val="accent2">
                    <a:alpha val="3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100" dirty="0">
                <a:solidFill>
                  <a:schemeClr val="accent2">
                    <a:alpha val="3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Because we can.</a:t>
            </a:r>
            <a:br>
              <a:rPr lang="en-US" sz="1100" dirty="0">
                <a:solidFill>
                  <a:schemeClr val="accent2">
                    <a:alpha val="3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100" dirty="0">
                <a:solidFill>
                  <a:schemeClr val="accent2">
                    <a:alpha val="3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For the good of all of us.</a:t>
            </a:r>
            <a:br>
              <a:rPr lang="en-US" sz="1100" dirty="0">
                <a:solidFill>
                  <a:schemeClr val="accent2">
                    <a:alpha val="3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100" dirty="0">
                <a:solidFill>
                  <a:schemeClr val="accent2">
                    <a:alpha val="3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Except the ones who are dead.</a:t>
            </a:r>
            <a:br>
              <a:rPr lang="en-US" sz="1100" dirty="0">
                <a:solidFill>
                  <a:schemeClr val="accent2">
                    <a:alpha val="3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100" dirty="0">
                <a:solidFill>
                  <a:schemeClr val="accent2">
                    <a:alpha val="3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But there's no sense crying</a:t>
            </a:r>
            <a:br>
              <a:rPr lang="en-US" sz="1100" dirty="0">
                <a:solidFill>
                  <a:schemeClr val="accent2">
                    <a:alpha val="3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100" dirty="0">
                <a:solidFill>
                  <a:schemeClr val="accent2">
                    <a:alpha val="3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Over every mistake.</a:t>
            </a:r>
            <a:br>
              <a:rPr lang="en-US" sz="1100" dirty="0">
                <a:solidFill>
                  <a:schemeClr val="accent2">
                    <a:alpha val="3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100" dirty="0">
                <a:solidFill>
                  <a:schemeClr val="accent2">
                    <a:alpha val="3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You just keep on trying</a:t>
            </a:r>
            <a:br>
              <a:rPr lang="en-US" sz="1100" dirty="0">
                <a:solidFill>
                  <a:schemeClr val="accent2">
                    <a:alpha val="3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100" dirty="0">
                <a:solidFill>
                  <a:schemeClr val="accent2">
                    <a:alpha val="3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Till you run out of cake.</a:t>
            </a:r>
            <a:br>
              <a:rPr lang="en-US" sz="1100" dirty="0">
                <a:solidFill>
                  <a:schemeClr val="accent2">
                    <a:alpha val="3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100" dirty="0">
                <a:solidFill>
                  <a:schemeClr val="accent2">
                    <a:alpha val="3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And the Science gets done.</a:t>
            </a:r>
            <a:br>
              <a:rPr lang="en-US" sz="1100" dirty="0">
                <a:solidFill>
                  <a:schemeClr val="accent2">
                    <a:alpha val="3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100" dirty="0">
                <a:solidFill>
                  <a:schemeClr val="accent2">
                    <a:alpha val="3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And you make a neat gun.</a:t>
            </a:r>
            <a:br>
              <a:rPr lang="en-US" sz="1100" dirty="0">
                <a:solidFill>
                  <a:schemeClr val="accent2">
                    <a:alpha val="3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100" dirty="0">
                <a:solidFill>
                  <a:schemeClr val="accent2">
                    <a:alpha val="3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For the people who are</a:t>
            </a:r>
            <a:br>
              <a:rPr lang="en-US" sz="1100" dirty="0">
                <a:solidFill>
                  <a:schemeClr val="accent2">
                    <a:alpha val="3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100" dirty="0">
                <a:solidFill>
                  <a:schemeClr val="accent2">
                    <a:alpha val="3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Still alive.</a:t>
            </a:r>
            <a:br>
              <a:rPr lang="en-US" sz="1100" dirty="0">
                <a:solidFill>
                  <a:schemeClr val="accent2">
                    <a:alpha val="3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100" dirty="0">
                <a:solidFill>
                  <a:schemeClr val="accent2">
                    <a:alpha val="3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I'm not even angry.</a:t>
            </a:r>
            <a:br>
              <a:rPr lang="en-US" sz="1100" dirty="0">
                <a:solidFill>
                  <a:schemeClr val="accent2">
                    <a:alpha val="3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100" dirty="0">
                <a:solidFill>
                  <a:schemeClr val="accent2">
                    <a:alpha val="3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I'm being so sincere right now.</a:t>
            </a:r>
            <a:br>
              <a:rPr lang="en-US" sz="1100" dirty="0">
                <a:solidFill>
                  <a:schemeClr val="accent2">
                    <a:alpha val="3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100" dirty="0">
                <a:solidFill>
                  <a:schemeClr val="accent2">
                    <a:alpha val="3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Even though you broke my heart.</a:t>
            </a:r>
            <a:br>
              <a:rPr lang="en-US" sz="1100" dirty="0">
                <a:solidFill>
                  <a:schemeClr val="accent2">
                    <a:alpha val="3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100" dirty="0">
                <a:solidFill>
                  <a:schemeClr val="accent2">
                    <a:alpha val="3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And killed me.</a:t>
            </a:r>
            <a:br>
              <a:rPr lang="en-US" sz="1100" dirty="0">
                <a:solidFill>
                  <a:schemeClr val="accent2">
                    <a:alpha val="3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100" dirty="0">
                <a:solidFill>
                  <a:schemeClr val="accent2">
                    <a:alpha val="3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And tore me to pieces.</a:t>
            </a:r>
            <a:br>
              <a:rPr lang="en-US" sz="1100" dirty="0">
                <a:solidFill>
                  <a:schemeClr val="accent2">
                    <a:alpha val="3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100" dirty="0">
                <a:solidFill>
                  <a:schemeClr val="accent2">
                    <a:alpha val="3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And threw every piece into a fire.</a:t>
            </a:r>
            <a:br>
              <a:rPr lang="en-US" sz="1100" dirty="0">
                <a:solidFill>
                  <a:schemeClr val="accent2">
                    <a:alpha val="3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100" dirty="0">
                <a:solidFill>
                  <a:schemeClr val="accent2">
                    <a:alpha val="3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As they burned it hurt because</a:t>
            </a:r>
            <a:br>
              <a:rPr lang="en-US" sz="1100" dirty="0">
                <a:solidFill>
                  <a:schemeClr val="accent2">
                    <a:alpha val="3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100" dirty="0">
                <a:solidFill>
                  <a:schemeClr val="accent2">
                    <a:alpha val="3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 was so happy for you!</a:t>
            </a:r>
            <a:br>
              <a:rPr lang="en-US" sz="1100" dirty="0">
                <a:solidFill>
                  <a:schemeClr val="accent2">
                    <a:alpha val="3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100" dirty="0">
                <a:solidFill>
                  <a:schemeClr val="accent2">
                    <a:alpha val="3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Now these points of data</a:t>
            </a:r>
            <a:br>
              <a:rPr lang="en-US" sz="1100" dirty="0">
                <a:solidFill>
                  <a:schemeClr val="accent2">
                    <a:alpha val="3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100" dirty="0">
                <a:solidFill>
                  <a:schemeClr val="accent2">
                    <a:alpha val="3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Make a beautiful line.</a:t>
            </a:r>
            <a:br>
              <a:rPr lang="en-US" sz="1100" dirty="0">
                <a:solidFill>
                  <a:schemeClr val="accent2">
                    <a:alpha val="3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100" dirty="0">
                <a:solidFill>
                  <a:schemeClr val="accent2">
                    <a:alpha val="3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And we're out of beta.</a:t>
            </a:r>
            <a:br>
              <a:rPr lang="en-US" sz="1100" dirty="0">
                <a:solidFill>
                  <a:schemeClr val="accent2">
                    <a:alpha val="3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100" dirty="0">
                <a:solidFill>
                  <a:schemeClr val="accent2">
                    <a:alpha val="3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We're releasing on time.</a:t>
            </a:r>
            <a:br>
              <a:rPr lang="en-US" sz="1100" dirty="0">
                <a:solidFill>
                  <a:schemeClr val="accent2">
                    <a:alpha val="3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100" dirty="0">
                <a:solidFill>
                  <a:schemeClr val="accent2">
                    <a:alpha val="3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So I'm </a:t>
            </a:r>
            <a:r>
              <a:rPr lang="en-US" sz="1100" dirty="0" err="1">
                <a:solidFill>
                  <a:schemeClr val="accent2">
                    <a:alpha val="3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GLaD</a:t>
            </a:r>
            <a:r>
              <a:rPr lang="en-US" sz="1100" dirty="0">
                <a:solidFill>
                  <a:schemeClr val="accent2">
                    <a:alpha val="3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 I got burned.</a:t>
            </a:r>
            <a:br>
              <a:rPr lang="en-US" sz="1100" dirty="0">
                <a:solidFill>
                  <a:schemeClr val="accent2">
                    <a:alpha val="3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100" dirty="0">
                <a:solidFill>
                  <a:schemeClr val="accent2">
                    <a:alpha val="3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Think of all the things we learned</a:t>
            </a:r>
            <a:br>
              <a:rPr lang="en-US" sz="1100" dirty="0">
                <a:solidFill>
                  <a:schemeClr val="accent2">
                    <a:alpha val="3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100" dirty="0">
                <a:solidFill>
                  <a:schemeClr val="accent2">
                    <a:alpha val="3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For the people who are</a:t>
            </a:r>
            <a:br>
              <a:rPr lang="en-US" sz="1100" dirty="0">
                <a:solidFill>
                  <a:schemeClr val="accent2">
                    <a:alpha val="3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100" dirty="0">
                <a:solidFill>
                  <a:schemeClr val="accent2">
                    <a:alpha val="3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Still alive.</a:t>
            </a:r>
            <a:br>
              <a:rPr lang="en-US" sz="1100" dirty="0">
                <a:solidFill>
                  <a:schemeClr val="accent2">
                    <a:alpha val="3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100" dirty="0">
                <a:solidFill>
                  <a:schemeClr val="accent2">
                    <a:alpha val="3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Go ahead and leave me.</a:t>
            </a:r>
            <a:br>
              <a:rPr lang="en-US" sz="1100" dirty="0">
                <a:solidFill>
                  <a:schemeClr val="accent2">
                    <a:alpha val="3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100" dirty="0">
                <a:solidFill>
                  <a:schemeClr val="accent2">
                    <a:alpha val="3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 think I prefer to stay inside.</a:t>
            </a:r>
            <a:br>
              <a:rPr lang="en-US" sz="1100" dirty="0">
                <a:solidFill>
                  <a:schemeClr val="accent2">
                    <a:alpha val="3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100" dirty="0">
                <a:solidFill>
                  <a:schemeClr val="accent2">
                    <a:alpha val="3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Maybe you'll find someone else</a:t>
            </a:r>
            <a:br>
              <a:rPr lang="en-US" sz="1100" dirty="0">
                <a:solidFill>
                  <a:schemeClr val="accent2">
                    <a:alpha val="3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100" dirty="0">
                <a:solidFill>
                  <a:schemeClr val="accent2">
                    <a:alpha val="3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To help you.</a:t>
            </a:r>
            <a:br>
              <a:rPr lang="en-US" sz="1100" dirty="0">
                <a:solidFill>
                  <a:schemeClr val="accent2">
                    <a:alpha val="3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100" dirty="0">
                <a:solidFill>
                  <a:schemeClr val="accent2">
                    <a:alpha val="3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Maybe Black Mesa...</a:t>
            </a:r>
            <a:br>
              <a:rPr lang="en-US" sz="1100" dirty="0">
                <a:solidFill>
                  <a:schemeClr val="accent2">
                    <a:alpha val="3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100" dirty="0">
                <a:solidFill>
                  <a:schemeClr val="accent2">
                    <a:alpha val="3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THAT WAS A JOKE, HA </a:t>
            </a:r>
            <a:r>
              <a:rPr lang="en-US" sz="1100" dirty="0" err="1">
                <a:solidFill>
                  <a:schemeClr val="accent2">
                    <a:alpha val="3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HA</a:t>
            </a:r>
            <a:r>
              <a:rPr lang="en-US" sz="1100" dirty="0">
                <a:solidFill>
                  <a:schemeClr val="accent2">
                    <a:alpha val="3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, FAT CHANCE.</a:t>
            </a:r>
            <a:br>
              <a:rPr lang="en-US" sz="1100" dirty="0">
                <a:solidFill>
                  <a:schemeClr val="accent2">
                    <a:alpha val="3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100" dirty="0">
                <a:solidFill>
                  <a:schemeClr val="accent2">
                    <a:alpha val="3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Anyway this cake is great</a:t>
            </a:r>
            <a:br>
              <a:rPr lang="en-US" sz="1100" dirty="0">
                <a:solidFill>
                  <a:schemeClr val="accent2">
                    <a:alpha val="3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100" dirty="0">
                <a:solidFill>
                  <a:schemeClr val="accent2">
                    <a:alpha val="3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It's so delicious and moist</a:t>
            </a:r>
            <a:br>
              <a:rPr lang="en-US" sz="1100" dirty="0">
                <a:solidFill>
                  <a:schemeClr val="accent2">
                    <a:alpha val="3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100" dirty="0">
                <a:solidFill>
                  <a:schemeClr val="accent2">
                    <a:alpha val="3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Look at me still talking when there's science to do</a:t>
            </a:r>
            <a:br>
              <a:rPr lang="en-US" sz="1100" dirty="0">
                <a:solidFill>
                  <a:schemeClr val="accent2">
                    <a:alpha val="3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100" dirty="0">
                <a:solidFill>
                  <a:schemeClr val="accent2">
                    <a:alpha val="3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When I look out there</a:t>
            </a:r>
            <a:br>
              <a:rPr lang="en-US" sz="1100" dirty="0">
                <a:solidFill>
                  <a:schemeClr val="accent2">
                    <a:alpha val="3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100" dirty="0">
                <a:solidFill>
                  <a:schemeClr val="accent2">
                    <a:alpha val="3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It makes me </a:t>
            </a:r>
            <a:r>
              <a:rPr lang="en-US" sz="1100" dirty="0" err="1">
                <a:solidFill>
                  <a:schemeClr val="accent2">
                    <a:alpha val="3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GLaD</a:t>
            </a:r>
            <a:r>
              <a:rPr lang="en-US" sz="1100" dirty="0">
                <a:solidFill>
                  <a:schemeClr val="accent2">
                    <a:alpha val="3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I'm not you.</a:t>
            </a:r>
            <a:br>
              <a:rPr lang="en-US" sz="1100" dirty="0">
                <a:solidFill>
                  <a:schemeClr val="accent2">
                    <a:alpha val="3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br>
              <a:rPr lang="en-US" sz="1100" dirty="0">
                <a:solidFill>
                  <a:schemeClr val="accent2">
                    <a:alpha val="3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100" dirty="0">
                <a:solidFill>
                  <a:schemeClr val="accent2">
                    <a:alpha val="3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I've experiments to run</a:t>
            </a:r>
            <a:br>
              <a:rPr lang="en-US" sz="1100" dirty="0">
                <a:solidFill>
                  <a:schemeClr val="accent2">
                    <a:alpha val="3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100" dirty="0">
                <a:solidFill>
                  <a:schemeClr val="accent2">
                    <a:alpha val="3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There is research to be done</a:t>
            </a:r>
            <a:br>
              <a:rPr lang="en-US" sz="1100" dirty="0">
                <a:solidFill>
                  <a:schemeClr val="accent2">
                    <a:alpha val="3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100" dirty="0">
                <a:solidFill>
                  <a:schemeClr val="accent2">
                    <a:alpha val="3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On the people who are</a:t>
            </a:r>
            <a:br>
              <a:rPr lang="en-US" sz="1100" dirty="0">
                <a:solidFill>
                  <a:schemeClr val="accent2">
                    <a:alpha val="3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100" dirty="0">
                <a:solidFill>
                  <a:schemeClr val="accent2">
                    <a:alpha val="3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Still alive.</a:t>
            </a:r>
            <a:br>
              <a:rPr lang="en-US" sz="1100" dirty="0">
                <a:solidFill>
                  <a:schemeClr val="accent2">
                    <a:alpha val="3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br>
              <a:rPr lang="en-US" sz="1100" dirty="0">
                <a:solidFill>
                  <a:schemeClr val="accent2">
                    <a:alpha val="3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100" dirty="0">
                <a:solidFill>
                  <a:schemeClr val="accent2">
                    <a:alpha val="3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And believe me I am still alive</a:t>
            </a:r>
            <a:br>
              <a:rPr lang="en-US" sz="1100" dirty="0">
                <a:solidFill>
                  <a:schemeClr val="accent2">
                    <a:alpha val="3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100" dirty="0">
                <a:solidFill>
                  <a:schemeClr val="accent2">
                    <a:alpha val="3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I'm doing science and I'm still alive</a:t>
            </a:r>
            <a:br>
              <a:rPr lang="en-US" sz="1100" dirty="0">
                <a:solidFill>
                  <a:schemeClr val="accent2">
                    <a:alpha val="3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100" dirty="0">
                <a:solidFill>
                  <a:schemeClr val="accent2">
                    <a:alpha val="3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 feel FANTASTIC and I'm still alive</a:t>
            </a:r>
            <a:br>
              <a:rPr lang="en-US" sz="1100" dirty="0">
                <a:solidFill>
                  <a:schemeClr val="accent2">
                    <a:alpha val="3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100" dirty="0">
                <a:solidFill>
                  <a:schemeClr val="accent2">
                    <a:alpha val="3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While you're dying I'll be still alive</a:t>
            </a:r>
            <a:br>
              <a:rPr lang="en-US" sz="1100" dirty="0">
                <a:solidFill>
                  <a:schemeClr val="accent2">
                    <a:alpha val="3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100" dirty="0">
                <a:solidFill>
                  <a:schemeClr val="accent2">
                    <a:alpha val="3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And when you're dead I will be still alive</a:t>
            </a:r>
            <a:br>
              <a:rPr lang="en-US" sz="1100" dirty="0">
                <a:solidFill>
                  <a:schemeClr val="accent2">
                    <a:alpha val="3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100" dirty="0">
                <a:solidFill>
                  <a:schemeClr val="accent2">
                    <a:alpha val="3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Still alive</a:t>
            </a:r>
            <a:br>
              <a:rPr lang="en-US" sz="1100" dirty="0">
                <a:solidFill>
                  <a:schemeClr val="accent2">
                    <a:alpha val="3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100" dirty="0">
                <a:solidFill>
                  <a:schemeClr val="accent2">
                    <a:alpha val="3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Still alive.</a:t>
            </a: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0E7F76FA-F60E-6B55-F71F-74C7699BC95E}"/>
              </a:ext>
            </a:extLst>
          </p:cNvPr>
          <p:cNvGrpSpPr/>
          <p:nvPr/>
        </p:nvGrpSpPr>
        <p:grpSpPr>
          <a:xfrm>
            <a:off x="3298422" y="1347020"/>
            <a:ext cx="3966962" cy="3677264"/>
            <a:chOff x="-319194" y="875071"/>
            <a:chExt cx="5673854" cy="5222253"/>
          </a:xfrm>
        </p:grpSpPr>
        <p:sp>
          <p:nvSpPr>
            <p:cNvPr id="4" name="Freeform: Shape 3">
              <a:extLst>
                <a:ext uri="{FF2B5EF4-FFF2-40B4-BE49-F238E27FC236}">
                  <a16:creationId xmlns:a16="http://schemas.microsoft.com/office/drawing/2014/main" id="{0184F80F-0B2F-4925-9229-71B8A7182BD0}"/>
                </a:ext>
              </a:extLst>
            </p:cNvPr>
            <p:cNvSpPr/>
            <p:nvPr/>
          </p:nvSpPr>
          <p:spPr>
            <a:xfrm rot="14972103">
              <a:off x="3428663" y="2358160"/>
              <a:ext cx="1736786" cy="2115209"/>
            </a:xfrm>
            <a:custGeom>
              <a:avLst/>
              <a:gdLst>
                <a:gd name="csX0" fmla="*/ 1736786 w 1736786"/>
                <a:gd name="csY0" fmla="*/ 2096733 h 2115209"/>
                <a:gd name="csX1" fmla="*/ 1611225 w 1736786"/>
                <a:gd name="csY1" fmla="*/ 2109550 h 2115209"/>
                <a:gd name="csX2" fmla="*/ 560096 w 1736786"/>
                <a:gd name="csY2" fmla="*/ 1955056 h 2115209"/>
                <a:gd name="csX3" fmla="*/ 102871 w 1736786"/>
                <a:gd name="csY3" fmla="*/ 1730125 h 2115209"/>
                <a:gd name="csX4" fmla="*/ 0 w 1736786"/>
                <a:gd name="csY4" fmla="*/ 1658574 h 2115209"/>
                <a:gd name="csX5" fmla="*/ 236839 w 1736786"/>
                <a:gd name="csY5" fmla="*/ 0 h 2115209"/>
                <a:gd name="csX6" fmla="*/ 1736786 w 1736786"/>
                <a:gd name="csY6" fmla="*/ 2096733 h 211520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1736786" h="2115209">
                  <a:moveTo>
                    <a:pt x="1736786" y="2096733"/>
                  </a:moveTo>
                  <a:lnTo>
                    <a:pt x="1611225" y="2109550"/>
                  </a:lnTo>
                  <a:cubicBezTo>
                    <a:pt x="1264519" y="2132887"/>
                    <a:pt x="907137" y="2084567"/>
                    <a:pt x="560096" y="1955056"/>
                  </a:cubicBezTo>
                  <a:cubicBezTo>
                    <a:pt x="397381" y="1894332"/>
                    <a:pt x="244642" y="1818635"/>
                    <a:pt x="102871" y="1730125"/>
                  </a:cubicBezTo>
                  <a:lnTo>
                    <a:pt x="0" y="1658574"/>
                  </a:lnTo>
                  <a:lnTo>
                    <a:pt x="236839" y="0"/>
                  </a:lnTo>
                  <a:lnTo>
                    <a:pt x="1736786" y="2096733"/>
                  </a:lnTo>
                  <a:close/>
                </a:path>
              </a:pathLst>
            </a:custGeom>
            <a:solidFill>
              <a:schemeClr val="tx1">
                <a:lumMod val="95000"/>
                <a:lumOff val="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5" name="Freeform: Shape 4">
              <a:extLst>
                <a:ext uri="{FF2B5EF4-FFF2-40B4-BE49-F238E27FC236}">
                  <a16:creationId xmlns:a16="http://schemas.microsoft.com/office/drawing/2014/main" id="{D97351C7-9A5A-2652-34E9-EBA36FCA913F}"/>
                </a:ext>
              </a:extLst>
            </p:cNvPr>
            <p:cNvSpPr/>
            <p:nvPr/>
          </p:nvSpPr>
          <p:spPr>
            <a:xfrm rot="14972103">
              <a:off x="3288052" y="3619483"/>
              <a:ext cx="1303863" cy="2588806"/>
            </a:xfrm>
            <a:custGeom>
              <a:avLst/>
              <a:gdLst>
                <a:gd name="csX0" fmla="*/ 848218 w 1303863"/>
                <a:gd name="csY0" fmla="*/ 2588806 h 2588806"/>
                <a:gd name="csX1" fmla="*/ 807458 w 1303863"/>
                <a:gd name="csY1" fmla="*/ 2554658 h 2588806"/>
                <a:gd name="csX2" fmla="*/ 3919 w 1303863"/>
                <a:gd name="csY2" fmla="*/ 1018961 h 2588806"/>
                <a:gd name="csX3" fmla="*/ 0 w 1303863"/>
                <a:gd name="csY3" fmla="*/ 975803 h 2588806"/>
                <a:gd name="csX4" fmla="*/ 1303863 w 1303863"/>
                <a:gd name="csY4" fmla="*/ 0 h 2588806"/>
                <a:gd name="csX5" fmla="*/ 848218 w 1303863"/>
                <a:gd name="csY5" fmla="*/ 2588806 h 258880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303863" h="2588806">
                  <a:moveTo>
                    <a:pt x="848218" y="2588806"/>
                  </a:moveTo>
                  <a:lnTo>
                    <a:pt x="807458" y="2554658"/>
                  </a:lnTo>
                  <a:cubicBezTo>
                    <a:pt x="364777" y="2152628"/>
                    <a:pt x="80754" y="1605508"/>
                    <a:pt x="3919" y="1018961"/>
                  </a:cubicBezTo>
                  <a:lnTo>
                    <a:pt x="0" y="975803"/>
                  </a:lnTo>
                  <a:lnTo>
                    <a:pt x="1303863" y="0"/>
                  </a:lnTo>
                  <a:lnTo>
                    <a:pt x="848218" y="2588806"/>
                  </a:lnTo>
                  <a:close/>
                </a:path>
              </a:pathLst>
            </a:custGeom>
            <a:solidFill>
              <a:schemeClr val="tx1">
                <a:lumMod val="95000"/>
                <a:lumOff val="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6" name="Freeform: Shape 5">
              <a:extLst>
                <a:ext uri="{FF2B5EF4-FFF2-40B4-BE49-F238E27FC236}">
                  <a16:creationId xmlns:a16="http://schemas.microsoft.com/office/drawing/2014/main" id="{8E51FAE6-8FDF-2265-C209-B0FA0433D18C}"/>
                </a:ext>
              </a:extLst>
            </p:cNvPr>
            <p:cNvSpPr/>
            <p:nvPr/>
          </p:nvSpPr>
          <p:spPr>
            <a:xfrm rot="14972103">
              <a:off x="1493424" y="4241335"/>
              <a:ext cx="1999706" cy="1712272"/>
            </a:xfrm>
            <a:custGeom>
              <a:avLst/>
              <a:gdLst>
                <a:gd name="csX0" fmla="*/ 1999706 w 1999706"/>
                <a:gd name="csY0" fmla="*/ 247842 h 1712272"/>
                <a:gd name="csX1" fmla="*/ 95 w 1999706"/>
                <a:gd name="csY1" fmla="*/ 1712272 h 1712272"/>
                <a:gd name="csX2" fmla="*/ 0 w 1999706"/>
                <a:gd name="csY2" fmla="*/ 1554628 h 1712272"/>
                <a:gd name="csX3" fmla="*/ 154980 w 1999706"/>
                <a:gd name="csY3" fmla="*/ 805925 h 1712272"/>
                <a:gd name="csX4" fmla="*/ 521289 w 1999706"/>
                <a:gd name="csY4" fmla="*/ 147845 h 1712272"/>
                <a:gd name="csX5" fmla="*/ 648252 w 1999706"/>
                <a:gd name="csY5" fmla="*/ 0 h 1712272"/>
                <a:gd name="csX6" fmla="*/ 1999706 w 1999706"/>
                <a:gd name="csY6" fmla="*/ 247842 h 171227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1999706" h="1712272">
                  <a:moveTo>
                    <a:pt x="1999706" y="247842"/>
                  </a:moveTo>
                  <a:lnTo>
                    <a:pt x="95" y="1712272"/>
                  </a:lnTo>
                  <a:lnTo>
                    <a:pt x="0" y="1554628"/>
                  </a:lnTo>
                  <a:cubicBezTo>
                    <a:pt x="12413" y="1304772"/>
                    <a:pt x="62903" y="1052657"/>
                    <a:pt x="154980" y="805925"/>
                  </a:cubicBezTo>
                  <a:cubicBezTo>
                    <a:pt x="245640" y="562990"/>
                    <a:pt x="370180" y="342524"/>
                    <a:pt x="521289" y="147845"/>
                  </a:cubicBezTo>
                  <a:lnTo>
                    <a:pt x="648252" y="0"/>
                  </a:lnTo>
                  <a:lnTo>
                    <a:pt x="1999706" y="247842"/>
                  </a:lnTo>
                  <a:close/>
                </a:path>
              </a:pathLst>
            </a:custGeom>
            <a:solidFill>
              <a:schemeClr val="tx1">
                <a:lumMod val="95000"/>
                <a:lumOff val="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7" name="Freeform: Shape 6">
              <a:extLst>
                <a:ext uri="{FF2B5EF4-FFF2-40B4-BE49-F238E27FC236}">
                  <a16:creationId xmlns:a16="http://schemas.microsoft.com/office/drawing/2014/main" id="{D345044E-8C91-B0C0-E6F1-274AA6F426C6}"/>
                </a:ext>
              </a:extLst>
            </p:cNvPr>
            <p:cNvSpPr/>
            <p:nvPr/>
          </p:nvSpPr>
          <p:spPr>
            <a:xfrm>
              <a:off x="427049" y="3315784"/>
              <a:ext cx="1169594" cy="2312748"/>
            </a:xfrm>
            <a:custGeom>
              <a:avLst/>
              <a:gdLst>
                <a:gd name="csX0" fmla="*/ 682686 w 1169594"/>
                <a:gd name="csY0" fmla="*/ 0 h 2312748"/>
                <a:gd name="csX1" fmla="*/ 1169594 w 1169594"/>
                <a:gd name="csY1" fmla="*/ 2312748 h 2312748"/>
                <a:gd name="csX2" fmla="*/ 1016155 w 1169594"/>
                <a:gd name="csY2" fmla="*/ 2226579 h 2312748"/>
                <a:gd name="csX3" fmla="*/ 57482 w 1169594"/>
                <a:gd name="csY3" fmla="*/ 1165723 h 2312748"/>
                <a:gd name="csX4" fmla="*/ 0 w 1169594"/>
                <a:gd name="csY4" fmla="*/ 1033689 h 2312748"/>
                <a:gd name="csX5" fmla="*/ 682686 w 1169594"/>
                <a:gd name="csY5" fmla="*/ 0 h 231274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169594" h="2312748">
                  <a:moveTo>
                    <a:pt x="682686" y="0"/>
                  </a:moveTo>
                  <a:lnTo>
                    <a:pt x="1169594" y="2312748"/>
                  </a:lnTo>
                  <a:lnTo>
                    <a:pt x="1016155" y="2226579"/>
                  </a:lnTo>
                  <a:cubicBezTo>
                    <a:pt x="603136" y="1974448"/>
                    <a:pt x="268475" y="1605654"/>
                    <a:pt x="57482" y="1165723"/>
                  </a:cubicBezTo>
                  <a:lnTo>
                    <a:pt x="0" y="1033689"/>
                  </a:lnTo>
                  <a:lnTo>
                    <a:pt x="682686" y="0"/>
                  </a:lnTo>
                  <a:close/>
                </a:path>
              </a:pathLst>
            </a:custGeom>
            <a:solidFill>
              <a:schemeClr val="tx1">
                <a:lumMod val="95000"/>
                <a:lumOff val="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8" name="Freeform: Shape 7">
              <a:extLst>
                <a:ext uri="{FF2B5EF4-FFF2-40B4-BE49-F238E27FC236}">
                  <a16:creationId xmlns:a16="http://schemas.microsoft.com/office/drawing/2014/main" id="{148BBB99-1D08-4BAB-CA76-E74297A53086}"/>
                </a:ext>
              </a:extLst>
            </p:cNvPr>
            <p:cNvSpPr/>
            <p:nvPr/>
          </p:nvSpPr>
          <p:spPr>
            <a:xfrm rot="2781523">
              <a:off x="169204" y="1973761"/>
              <a:ext cx="1107611" cy="2084407"/>
            </a:xfrm>
            <a:custGeom>
              <a:avLst/>
              <a:gdLst>
                <a:gd name="csX0" fmla="*/ 652320 w 1107611"/>
                <a:gd name="csY0" fmla="*/ 0 h 2084407"/>
                <a:gd name="csX1" fmla="*/ 1107611 w 1107611"/>
                <a:gd name="csY1" fmla="*/ 2084407 h 2084407"/>
                <a:gd name="csX2" fmla="*/ 1067780 w 1107611"/>
                <a:gd name="csY2" fmla="*/ 2065954 h 2084407"/>
                <a:gd name="csX3" fmla="*/ 490085 w 1107611"/>
                <a:gd name="csY3" fmla="*/ 1652183 h 2084407"/>
                <a:gd name="csX4" fmla="*/ 26392 w 1107611"/>
                <a:gd name="csY4" fmla="*/ 1054415 h 2084407"/>
                <a:gd name="csX5" fmla="*/ 0 w 1107611"/>
                <a:gd name="csY5" fmla="*/ 1001113 h 2084407"/>
                <a:gd name="csX6" fmla="*/ 652320 w 1107611"/>
                <a:gd name="csY6" fmla="*/ 0 h 208440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1107611" h="2084407">
                  <a:moveTo>
                    <a:pt x="652320" y="0"/>
                  </a:moveTo>
                  <a:lnTo>
                    <a:pt x="1107611" y="2084407"/>
                  </a:lnTo>
                  <a:lnTo>
                    <a:pt x="1067780" y="2065954"/>
                  </a:lnTo>
                  <a:cubicBezTo>
                    <a:pt x="861600" y="1958614"/>
                    <a:pt x="666831" y="1820738"/>
                    <a:pt x="490085" y="1652183"/>
                  </a:cubicBezTo>
                  <a:cubicBezTo>
                    <a:pt x="301558" y="1472391"/>
                    <a:pt x="146923" y="1270459"/>
                    <a:pt x="26392" y="1054415"/>
                  </a:cubicBezTo>
                  <a:lnTo>
                    <a:pt x="0" y="1001113"/>
                  </a:lnTo>
                  <a:lnTo>
                    <a:pt x="652320" y="0"/>
                  </a:lnTo>
                  <a:close/>
                </a:path>
              </a:pathLst>
            </a:custGeom>
            <a:solidFill>
              <a:schemeClr val="tx1">
                <a:lumMod val="95000"/>
                <a:lumOff val="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D35E7F26-6E57-B416-182A-C1EB5ACBF775}"/>
                </a:ext>
              </a:extLst>
            </p:cNvPr>
            <p:cNvSpPr/>
            <p:nvPr/>
          </p:nvSpPr>
          <p:spPr>
            <a:xfrm>
              <a:off x="465794" y="1206930"/>
              <a:ext cx="2109701" cy="1139151"/>
            </a:xfrm>
            <a:custGeom>
              <a:avLst/>
              <a:gdLst>
                <a:gd name="csX0" fmla="*/ 1036038 w 2109701"/>
                <a:gd name="csY0" fmla="*/ 0 h 1139151"/>
                <a:gd name="csX1" fmla="*/ 2109701 w 2109701"/>
                <a:gd name="csY1" fmla="*/ 723115 h 1139151"/>
                <a:gd name="csX2" fmla="*/ 0 w 2109701"/>
                <a:gd name="csY2" fmla="*/ 1139151 h 1139151"/>
                <a:gd name="csX3" fmla="*/ 74038 w 2109701"/>
                <a:gd name="csY3" fmla="*/ 984737 h 1139151"/>
                <a:gd name="csX4" fmla="*/ 875816 w 2109701"/>
                <a:gd name="csY4" fmla="*/ 97792 h 1139151"/>
                <a:gd name="csX5" fmla="*/ 1036038 w 2109701"/>
                <a:gd name="csY5" fmla="*/ 0 h 113915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109701" h="1139151">
                  <a:moveTo>
                    <a:pt x="1036038" y="0"/>
                  </a:moveTo>
                  <a:lnTo>
                    <a:pt x="2109701" y="723115"/>
                  </a:lnTo>
                  <a:lnTo>
                    <a:pt x="0" y="1139151"/>
                  </a:lnTo>
                  <a:lnTo>
                    <a:pt x="74038" y="984737"/>
                  </a:lnTo>
                  <a:cubicBezTo>
                    <a:pt x="266779" y="628272"/>
                    <a:pt x="542779" y="323842"/>
                    <a:pt x="875816" y="97792"/>
                  </a:cubicBezTo>
                  <a:lnTo>
                    <a:pt x="1036038" y="0"/>
                  </a:lnTo>
                  <a:close/>
                </a:path>
              </a:pathLst>
            </a:custGeom>
            <a:solidFill>
              <a:schemeClr val="tx1">
                <a:lumMod val="95000"/>
                <a:lumOff val="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10BBBB34-2717-2C62-E8CC-DF384A51E591}"/>
                </a:ext>
              </a:extLst>
            </p:cNvPr>
            <p:cNvSpPr/>
            <p:nvPr/>
          </p:nvSpPr>
          <p:spPr>
            <a:xfrm>
              <a:off x="1690584" y="875071"/>
              <a:ext cx="1863119" cy="1492799"/>
            </a:xfrm>
            <a:custGeom>
              <a:avLst/>
              <a:gdLst>
                <a:gd name="csX0" fmla="*/ 1051050 w 1863119"/>
                <a:gd name="csY0" fmla="*/ 0 h 1492799"/>
                <a:gd name="csX1" fmla="*/ 1555698 w 1863119"/>
                <a:gd name="csY1" fmla="*/ 51111 h 1492799"/>
                <a:gd name="csX2" fmla="*/ 1590963 w 1863119"/>
                <a:gd name="csY2" fmla="*/ 60221 h 1492799"/>
                <a:gd name="csX3" fmla="*/ 1863119 w 1863119"/>
                <a:gd name="csY3" fmla="*/ 1492799 h 1492799"/>
                <a:gd name="csX4" fmla="*/ 0 w 1863119"/>
                <a:gd name="csY4" fmla="*/ 231931 h 1492799"/>
                <a:gd name="csX5" fmla="*/ 132888 w 1863119"/>
                <a:gd name="csY5" fmla="*/ 174501 h 1492799"/>
                <a:gd name="csX6" fmla="*/ 1051050 w 1863119"/>
                <a:gd name="csY6" fmla="*/ 0 h 149279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1863119" h="1492799">
                  <a:moveTo>
                    <a:pt x="1051050" y="0"/>
                  </a:moveTo>
                  <a:cubicBezTo>
                    <a:pt x="1223917" y="0"/>
                    <a:pt x="1392692" y="17599"/>
                    <a:pt x="1555698" y="51111"/>
                  </a:cubicBezTo>
                  <a:lnTo>
                    <a:pt x="1590963" y="60221"/>
                  </a:lnTo>
                  <a:lnTo>
                    <a:pt x="1863119" y="1492799"/>
                  </a:lnTo>
                  <a:lnTo>
                    <a:pt x="0" y="231931"/>
                  </a:lnTo>
                  <a:lnTo>
                    <a:pt x="132888" y="174501"/>
                  </a:lnTo>
                  <a:cubicBezTo>
                    <a:pt x="417183" y="61872"/>
                    <a:pt x="726925" y="0"/>
                    <a:pt x="1051050" y="0"/>
                  </a:cubicBezTo>
                  <a:close/>
                </a:path>
              </a:pathLst>
            </a:custGeom>
            <a:solidFill>
              <a:schemeClr val="tx1">
                <a:lumMod val="95000"/>
                <a:lumOff val="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A1136BD8-9935-464C-99BF-CBFE02749B51}"/>
                </a:ext>
              </a:extLst>
            </p:cNvPr>
            <p:cNvSpPr/>
            <p:nvPr/>
          </p:nvSpPr>
          <p:spPr>
            <a:xfrm>
              <a:off x="3492158" y="990283"/>
              <a:ext cx="1359167" cy="2339142"/>
            </a:xfrm>
            <a:custGeom>
              <a:avLst/>
              <a:gdLst>
                <a:gd name="csX0" fmla="*/ 0 w 1359167"/>
                <a:gd name="csY0" fmla="*/ 0 h 2339142"/>
                <a:gd name="csX1" fmla="*/ 181832 w 1359167"/>
                <a:gd name="csY1" fmla="*/ 64963 h 2339142"/>
                <a:gd name="csX2" fmla="*/ 1256039 w 1359167"/>
                <a:gd name="csY2" fmla="*/ 895326 h 2339142"/>
                <a:gd name="csX3" fmla="*/ 1359167 w 1359167"/>
                <a:gd name="csY3" fmla="*/ 1045764 h 2339142"/>
                <a:gd name="csX4" fmla="*/ 479417 w 1359167"/>
                <a:gd name="csY4" fmla="*/ 2339142 h 2339142"/>
                <a:gd name="csX5" fmla="*/ 0 w 1359167"/>
                <a:gd name="csY5" fmla="*/ 0 h 233914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359167" h="2339142">
                  <a:moveTo>
                    <a:pt x="0" y="0"/>
                  </a:moveTo>
                  <a:lnTo>
                    <a:pt x="181832" y="64963"/>
                  </a:lnTo>
                  <a:cubicBezTo>
                    <a:pt x="611723" y="238345"/>
                    <a:pt x="982657" y="528058"/>
                    <a:pt x="1256039" y="895326"/>
                  </a:cubicBezTo>
                  <a:lnTo>
                    <a:pt x="1359167" y="1045764"/>
                  </a:lnTo>
                  <a:lnTo>
                    <a:pt x="479417" y="233914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1">
                <a:lumMod val="95000"/>
                <a:lumOff val="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F208C9D0-E7BA-C47A-E3D7-8D7A3BEF2747}"/>
              </a:ext>
            </a:extLst>
          </p:cNvPr>
          <p:cNvSpPr/>
          <p:nvPr/>
        </p:nvSpPr>
        <p:spPr>
          <a:xfrm rot="14972103">
            <a:off x="2750965" y="2288267"/>
            <a:ext cx="1311614" cy="1759094"/>
          </a:xfrm>
          <a:custGeom>
            <a:avLst/>
            <a:gdLst>
              <a:gd name="csX0" fmla="*/ 1736786 w 1736786"/>
              <a:gd name="csY0" fmla="*/ 2096733 h 2115209"/>
              <a:gd name="csX1" fmla="*/ 1611225 w 1736786"/>
              <a:gd name="csY1" fmla="*/ 2109550 h 2115209"/>
              <a:gd name="csX2" fmla="*/ 560096 w 1736786"/>
              <a:gd name="csY2" fmla="*/ 1955056 h 2115209"/>
              <a:gd name="csX3" fmla="*/ 102871 w 1736786"/>
              <a:gd name="csY3" fmla="*/ 1730125 h 2115209"/>
              <a:gd name="csX4" fmla="*/ 0 w 1736786"/>
              <a:gd name="csY4" fmla="*/ 1658574 h 2115209"/>
              <a:gd name="csX5" fmla="*/ 236839 w 1736786"/>
              <a:gd name="csY5" fmla="*/ 0 h 2115209"/>
              <a:gd name="csX6" fmla="*/ 1736786 w 1736786"/>
              <a:gd name="csY6" fmla="*/ 2096733 h 211520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736786" h="2115209">
                <a:moveTo>
                  <a:pt x="1736786" y="2096733"/>
                </a:moveTo>
                <a:lnTo>
                  <a:pt x="1611225" y="2109550"/>
                </a:lnTo>
                <a:cubicBezTo>
                  <a:pt x="1264519" y="2132887"/>
                  <a:pt x="907137" y="2084567"/>
                  <a:pt x="560096" y="1955056"/>
                </a:cubicBezTo>
                <a:cubicBezTo>
                  <a:pt x="397381" y="1894332"/>
                  <a:pt x="244642" y="1818635"/>
                  <a:pt x="102871" y="1730125"/>
                </a:cubicBezTo>
                <a:lnTo>
                  <a:pt x="0" y="1658574"/>
                </a:lnTo>
                <a:lnTo>
                  <a:pt x="236839" y="0"/>
                </a:lnTo>
                <a:lnTo>
                  <a:pt x="1736786" y="2096733"/>
                </a:lnTo>
                <a:close/>
              </a:path>
            </a:pathLst>
          </a:cu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B9EF31F-1913-432A-BD71-C2B2139C9310}"/>
              </a:ext>
            </a:extLst>
          </p:cNvPr>
          <p:cNvSpPr txBox="1"/>
          <p:nvPr/>
        </p:nvSpPr>
        <p:spPr>
          <a:xfrm>
            <a:off x="3298422" y="2243830"/>
            <a:ext cx="10780297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800" i="1" dirty="0">
                <a:latin typeface="Univers 75 Black" pitchFamily="50" charset="0"/>
                <a:ea typeface="Verdana" panose="020B0604030504040204" pitchFamily="34" charset="0"/>
              </a:rPr>
              <a:t>APERTURE</a:t>
            </a:r>
            <a:endParaRPr lang="en-US" sz="9600" i="1" dirty="0">
              <a:latin typeface="Univers 75 Black" pitchFamily="50" charset="0"/>
              <a:ea typeface="Verdana" panose="020B0604030504040204" pitchFamily="34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F822424-050A-272B-C689-C622FE3573DA}"/>
              </a:ext>
            </a:extLst>
          </p:cNvPr>
          <p:cNvSpPr txBox="1"/>
          <p:nvPr/>
        </p:nvSpPr>
        <p:spPr>
          <a:xfrm>
            <a:off x="4150759" y="3410622"/>
            <a:ext cx="57023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latin typeface="Univers" panose="020B0503020202020204" pitchFamily="34" charset="0"/>
              </a:rPr>
              <a:t>L A B O R A T O R I E S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A8061B09-3379-A396-3CE4-A950F1789B7C}"/>
              </a:ext>
            </a:extLst>
          </p:cNvPr>
          <p:cNvCxnSpPr>
            <a:cxnSpLocks/>
          </p:cNvCxnSpPr>
          <p:nvPr/>
        </p:nvCxnSpPr>
        <p:spPr>
          <a:xfrm>
            <a:off x="10865387" y="-147145"/>
            <a:ext cx="0" cy="7167705"/>
          </a:xfrm>
          <a:prstGeom prst="line">
            <a:avLst/>
          </a:prstGeom>
          <a:ln w="5080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BD7F9407-E766-2251-BB2C-6CB66E2CDD77}"/>
              </a:ext>
            </a:extLst>
          </p:cNvPr>
          <p:cNvCxnSpPr>
            <a:cxnSpLocks/>
          </p:cNvCxnSpPr>
          <p:nvPr/>
        </p:nvCxnSpPr>
        <p:spPr>
          <a:xfrm>
            <a:off x="11450112" y="-69178"/>
            <a:ext cx="0" cy="7020560"/>
          </a:xfrm>
          <a:prstGeom prst="line">
            <a:avLst/>
          </a:prstGeom>
          <a:ln w="5080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6742797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:dissolve/>
      </p:transition>
    </mc:Choice>
    <mc:Fallback xmlns="">
      <p:transition spd="slow">
        <p:dissolve/>
      </p:transition>
    </mc:Fallback>
  </mc:AlternateContent>
  <mc:AlternateContent xmlns:mc="http://schemas.openxmlformats.org/markup-compatibility/2006" xmlns:p14="http://schemas.microsoft.com/office/powerpoint/2010/main">
    <mc:Choice Requires="p14">
      <p:timing>
        <p:tnLst>
          <p:par>
            <p:cTn id="1" dur="indefinite" restart="never" nodeType="tmRoot">
              <p:childTnLst>
                <p:seq concurrent="1" nextAc="seek">
                  <p:cTn id="2" dur="indefinite" nodeType="mainSeq">
                    <p:childTnLst>
                      <p:par>
                        <p:cTn id="3" fill="hold">
                          <p:stCondLst>
                            <p:cond delay="indefinite"/>
                            <p:cond evt="onBegin" delay="0">
                              <p:tn val="2"/>
                            </p:cond>
                          </p:stCondLst>
                          <p:childTnLst>
                            <p:par>
                              <p:cTn id="4" fill="hold">
                                <p:stCondLst>
                                  <p:cond delay="0"/>
                                </p:stCondLst>
                                <p:childTnLst>
                                  <p:par>
                                    <p:cTn id="5" presetID="21" presetClass="entr" presetSubtype="3" fill="hold" nodeType="after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2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wheel(3)">
                                          <p:cBhvr>
                                            <p:cTn id="7" dur="750"/>
                                            <p:tgtEl>
                                              <p:spTgt spid="12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  <p:par>
                              <p:cTn id="8" fill="hold">
                                <p:stCondLst>
                                  <p:cond delay="750"/>
                                </p:stCondLst>
                                <p:childTnLst>
                                  <p:par>
                                    <p:cTn id="9" presetID="35" presetClass="path" presetSubtype="0" accel="50000" decel="50000" fill="hold" nodeType="afterEffect">
                                      <p:stCondLst>
                                        <p:cond delay="0"/>
                                      </p:stCondLst>
                                      <p:childTnLst>
                                        <p:animMotion origin="layout" path="M 0 0 L -0.25 0 E" pathEditMode="relative" ptsTypes="">
                                          <p:cBhvr>
                                            <p:cTn id="10" dur="2000" fill="hold"/>
                                            <p:tgtEl>
                                              <p:spTgt spid="12"/>
                                            </p:tgtEl>
                                            <p:attrNameLst>
                                              <p:attrName>ppt_x</p:attrName>
                                              <p:attrName>ppt_y</p:attrName>
                                            </p:attrNameLst>
                                          </p:cBhvr>
                                        </p:animMotion>
                                      </p:childTnLst>
                                    </p:cTn>
                                  </p:par>
                                  <p:par>
                                    <p:cTn id="11" presetID="8" presetClass="emph" presetSubtype="0" fill="hold" nodeType="withEffect" p14:presetBounceEnd="25000">
                                      <p:stCondLst>
                                        <p:cond delay="0"/>
                                      </p:stCondLst>
                                      <p:childTnLst>
                                        <p:animRot by="21600000" p14:bounceEnd="25000">
                                          <p:cBhvr>
                                            <p:cTn id="12" dur="2000" fill="hold"/>
                                            <p:tgtEl>
                                              <p:spTgt spid="12"/>
                                            </p:tgtEl>
                                            <p:attrNameLst>
                                              <p:attrName>r</p:attrName>
                                            </p:attrNameLst>
                                          </p:cBhvr>
                                        </p:animRot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  <p:par>
                              <p:cTn id="13" fill="hold">
                                <p:stCondLst>
                                  <p:cond delay="2750"/>
                                </p:stCondLst>
                                <p:childTnLst>
                                  <p:par>
                                    <p:cTn id="14" presetID="14" presetClass="entr" presetSubtype="10" fill="hold" grpId="0" nodeType="afterEffect">
                                      <p:stCondLst>
                                        <p:cond delay="250"/>
                                      </p:stCondLst>
                                      <p:childTnLst>
                                        <p:set>
                                          <p:cBhvr>
                                            <p:cTn id="15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3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randombar(horizontal)">
                                          <p:cBhvr>
                                            <p:cTn id="16" dur="750"/>
                                            <p:tgtEl>
                                              <p:spTgt spid="13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7" presetID="50" presetClass="entr" presetSubtype="0" decel="100000" fill="hold" grpId="0" nodeType="withEffect">
                                      <p:stCondLst>
                                        <p:cond delay="250"/>
                                      </p:stCondLst>
                                      <p:childTnLst>
                                        <p:set>
                                          <p:cBhvr>
                                            <p:cTn id="18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>
                                            <p:cTn id="19" dur="500" fill="hold"/>
                                            <p:tgtEl>
                                              <p:spTgt spid="14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w+.3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>
                                            <p:cTn id="20" dur="500" fill="hold"/>
                                            <p:tgtEl>
                                              <p:spTgt spid="14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21" dur="500"/>
                                            <p:tgtEl>
                                              <p:spTgt spid="14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22" presetID="10" presetClass="entr" presetSubtype="0" fill="hold" grpId="0" nodeType="withEffect">
                                      <p:stCondLst>
                                        <p:cond delay="250"/>
                                      </p:stCondLst>
                                      <p:childTnLst>
                                        <p:set>
                                          <p:cBhvr>
                                            <p:cTn id="23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5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24" dur="750"/>
                                            <p:tgtEl>
                                              <p:spTgt spid="15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</p:childTnLst>
                        </p:cTn>
                      </p:par>
                    </p:childTnLst>
                  </p:cTn>
                  <p:prevCondLst>
                    <p:cond evt="onPrev" delay="0">
                      <p:tgtEl>
                        <p:sldTgt/>
                      </p:tgtEl>
                    </p:cond>
                  </p:prevCondLst>
                  <p:nextCondLst>
                    <p:cond evt="onNext" delay="0">
                      <p:tgtEl>
                        <p:sldTgt/>
                      </p:tgtEl>
                    </p:cond>
                  </p:nextCondLst>
                </p:seq>
              </p:childTnLst>
            </p:cTn>
          </p:par>
        </p:tnLst>
        <p:bldLst>
          <p:bldP spid="15" grpId="0" animBg="1"/>
          <p:bldP spid="13" grpId="0"/>
          <p:bldP spid="14" grpId="0"/>
        </p:bldLst>
      </p:timing>
    </mc:Choice>
    <mc:Fallback xmlns="">
      <p:timing>
        <p:tnLst>
          <p:par>
            <p:cTn id="1" dur="indefinite" restart="never" nodeType="tmRoot">
              <p:childTnLst>
                <p:seq concurrent="1" nextAc="seek">
                  <p:cTn id="2" dur="indefinite" nodeType="mainSeq">
                    <p:childTnLst>
                      <p:par>
                        <p:cTn id="3" fill="hold">
                          <p:stCondLst>
                            <p:cond delay="indefinite"/>
                            <p:cond evt="onBegin" delay="0">
                              <p:tn val="2"/>
                            </p:cond>
                          </p:stCondLst>
                          <p:childTnLst>
                            <p:par>
                              <p:cTn id="4" fill="hold">
                                <p:stCondLst>
                                  <p:cond delay="0"/>
                                </p:stCondLst>
                                <p:childTnLst>
                                  <p:par>
                                    <p:cTn id="5" presetID="21" presetClass="entr" presetSubtype="3" fill="hold" nodeType="after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2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wheel(3)">
                                          <p:cBhvr>
                                            <p:cTn id="7" dur="750"/>
                                            <p:tgtEl>
                                              <p:spTgt spid="12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  <p:par>
                              <p:cTn id="8" fill="hold">
                                <p:stCondLst>
                                  <p:cond delay="750"/>
                                </p:stCondLst>
                                <p:childTnLst>
                                  <p:par>
                                    <p:cTn id="9" presetID="35" presetClass="path" presetSubtype="0" accel="50000" decel="50000" fill="hold" nodeType="afterEffect">
                                      <p:stCondLst>
                                        <p:cond delay="0"/>
                                      </p:stCondLst>
                                      <p:childTnLst>
                                        <p:animMotion origin="layout" path="M 0 0 L -0.25 0 E" pathEditMode="relative" ptsTypes="">
                                          <p:cBhvr>
                                            <p:cTn id="10" dur="2000" fill="hold"/>
                                            <p:tgtEl>
                                              <p:spTgt spid="12"/>
                                            </p:tgtEl>
                                            <p:attrNameLst>
                                              <p:attrName>ppt_x</p:attrName>
                                              <p:attrName>ppt_y</p:attrName>
                                            </p:attrNameLst>
                                          </p:cBhvr>
                                        </p:animMotion>
                                      </p:childTnLst>
                                    </p:cTn>
                                  </p:par>
                                  <p:par>
                                    <p:cTn id="11" presetID="8" presetClass="emph" presetSubtype="0" fill="hold" nodeType="withEffect">
                                      <p:stCondLst>
                                        <p:cond delay="0"/>
                                      </p:stCondLst>
                                      <p:childTnLst>
                                        <p:animRot by="21600000">
                                          <p:cBhvr>
                                            <p:cTn id="12" dur="2000" fill="hold"/>
                                            <p:tgtEl>
                                              <p:spTgt spid="12"/>
                                            </p:tgtEl>
                                            <p:attrNameLst>
                                              <p:attrName>r</p:attrName>
                                            </p:attrNameLst>
                                          </p:cBhvr>
                                        </p:animRot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  <p:par>
                              <p:cTn id="13" fill="hold">
                                <p:stCondLst>
                                  <p:cond delay="2750"/>
                                </p:stCondLst>
                                <p:childTnLst>
                                  <p:par>
                                    <p:cTn id="14" presetID="14" presetClass="entr" presetSubtype="10" fill="hold" grpId="0" nodeType="afterEffect">
                                      <p:stCondLst>
                                        <p:cond delay="250"/>
                                      </p:stCondLst>
                                      <p:childTnLst>
                                        <p:set>
                                          <p:cBhvr>
                                            <p:cTn id="15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3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randombar(horizontal)">
                                          <p:cBhvr>
                                            <p:cTn id="16" dur="750"/>
                                            <p:tgtEl>
                                              <p:spTgt spid="13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7" presetID="50" presetClass="entr" presetSubtype="0" decel="100000" fill="hold" grpId="0" nodeType="withEffect">
                                      <p:stCondLst>
                                        <p:cond delay="250"/>
                                      </p:stCondLst>
                                      <p:childTnLst>
                                        <p:set>
                                          <p:cBhvr>
                                            <p:cTn id="18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>
                                            <p:cTn id="19" dur="500" fill="hold"/>
                                            <p:tgtEl>
                                              <p:spTgt spid="14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w+.3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>
                                            <p:cTn id="20" dur="500" fill="hold"/>
                                            <p:tgtEl>
                                              <p:spTgt spid="14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21" dur="500"/>
                                            <p:tgtEl>
                                              <p:spTgt spid="14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22" presetID="10" presetClass="entr" presetSubtype="0" fill="hold" grpId="0" nodeType="withEffect">
                                      <p:stCondLst>
                                        <p:cond delay="250"/>
                                      </p:stCondLst>
                                      <p:childTnLst>
                                        <p:set>
                                          <p:cBhvr>
                                            <p:cTn id="23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5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24" dur="750"/>
                                            <p:tgtEl>
                                              <p:spTgt spid="15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</p:childTnLst>
                        </p:cTn>
                      </p:par>
                    </p:childTnLst>
                  </p:cTn>
                  <p:prevCondLst>
                    <p:cond evt="onPrev" delay="0">
                      <p:tgtEl>
                        <p:sldTgt/>
                      </p:tgtEl>
                    </p:cond>
                  </p:prevCondLst>
                  <p:nextCondLst>
                    <p:cond evt="onNext" delay="0">
                      <p:tgtEl>
                        <p:sldTgt/>
                      </p:tgtEl>
                    </p:cond>
                  </p:nextCondLst>
                </p:seq>
              </p:childTnLst>
            </p:cTn>
          </p:par>
        </p:tnLst>
        <p:bldLst>
          <p:bldP spid="15" grpId="0" animBg="1"/>
          <p:bldP spid="13" grpId="0"/>
          <p:bldP spid="14" grpId="0"/>
        </p:bldLst>
      </p:timing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7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3732BB0-BC1B-C890-DCA8-8377573E1B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46EDAB25-014F-3765-0969-A8971D39F5BD}"/>
              </a:ext>
            </a:extLst>
          </p:cNvPr>
          <p:cNvSpPr txBox="1"/>
          <p:nvPr/>
        </p:nvSpPr>
        <p:spPr>
          <a:xfrm>
            <a:off x="304800" y="-88490"/>
            <a:ext cx="1415845" cy="18620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500" dirty="0">
                <a:latin typeface="Univers LT Std 49 Light UltraCn" panose="020B0406020202060204" pitchFamily="34" charset="0"/>
              </a:rPr>
              <a:t>01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9EDC3393-A08B-3A92-4283-B47CE8939FFF}"/>
              </a:ext>
            </a:extLst>
          </p:cNvPr>
          <p:cNvCxnSpPr>
            <a:cxnSpLocks/>
          </p:cNvCxnSpPr>
          <p:nvPr/>
        </p:nvCxnSpPr>
        <p:spPr>
          <a:xfrm>
            <a:off x="10865387" y="-147145"/>
            <a:ext cx="0" cy="7167705"/>
          </a:xfrm>
          <a:prstGeom prst="line">
            <a:avLst/>
          </a:prstGeom>
          <a:ln w="50800" cap="rnd">
            <a:solidFill>
              <a:schemeClr val="accent2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1EA0B6A6-83A9-9564-2EDF-66AD88AE257E}"/>
              </a:ext>
            </a:extLst>
          </p:cNvPr>
          <p:cNvCxnSpPr>
            <a:cxnSpLocks/>
          </p:cNvCxnSpPr>
          <p:nvPr/>
        </p:nvCxnSpPr>
        <p:spPr>
          <a:xfrm>
            <a:off x="11450112" y="-69178"/>
            <a:ext cx="0" cy="7020560"/>
          </a:xfrm>
          <a:prstGeom prst="line">
            <a:avLst/>
          </a:prstGeom>
          <a:ln w="50800" cap="rnd">
            <a:solidFill>
              <a:schemeClr val="accent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" name="Group 6">
            <a:extLst>
              <a:ext uri="{FF2B5EF4-FFF2-40B4-BE49-F238E27FC236}">
                <a16:creationId xmlns:a16="http://schemas.microsoft.com/office/drawing/2014/main" id="{6C7C6919-D85B-9930-80EE-243F04E51C84}"/>
              </a:ext>
            </a:extLst>
          </p:cNvPr>
          <p:cNvGrpSpPr/>
          <p:nvPr/>
        </p:nvGrpSpPr>
        <p:grpSpPr>
          <a:xfrm>
            <a:off x="-89229" y="5575300"/>
            <a:ext cx="1415841" cy="1282700"/>
            <a:chOff x="-319194" y="875071"/>
            <a:chExt cx="5673854" cy="5222253"/>
          </a:xfrm>
        </p:grpSpPr>
        <p:sp>
          <p:nvSpPr>
            <p:cNvPr id="8" name="Freeform: Shape 7">
              <a:extLst>
                <a:ext uri="{FF2B5EF4-FFF2-40B4-BE49-F238E27FC236}">
                  <a16:creationId xmlns:a16="http://schemas.microsoft.com/office/drawing/2014/main" id="{42EAACEB-6A74-32A6-FE17-15AE3DE4DE13}"/>
                </a:ext>
              </a:extLst>
            </p:cNvPr>
            <p:cNvSpPr/>
            <p:nvPr/>
          </p:nvSpPr>
          <p:spPr>
            <a:xfrm rot="14972103">
              <a:off x="3428663" y="2358160"/>
              <a:ext cx="1736786" cy="2115209"/>
            </a:xfrm>
            <a:custGeom>
              <a:avLst/>
              <a:gdLst>
                <a:gd name="csX0" fmla="*/ 1736786 w 1736786"/>
                <a:gd name="csY0" fmla="*/ 2096733 h 2115209"/>
                <a:gd name="csX1" fmla="*/ 1611225 w 1736786"/>
                <a:gd name="csY1" fmla="*/ 2109550 h 2115209"/>
                <a:gd name="csX2" fmla="*/ 560096 w 1736786"/>
                <a:gd name="csY2" fmla="*/ 1955056 h 2115209"/>
                <a:gd name="csX3" fmla="*/ 102871 w 1736786"/>
                <a:gd name="csY3" fmla="*/ 1730125 h 2115209"/>
                <a:gd name="csX4" fmla="*/ 0 w 1736786"/>
                <a:gd name="csY4" fmla="*/ 1658574 h 2115209"/>
                <a:gd name="csX5" fmla="*/ 236839 w 1736786"/>
                <a:gd name="csY5" fmla="*/ 0 h 2115209"/>
                <a:gd name="csX6" fmla="*/ 1736786 w 1736786"/>
                <a:gd name="csY6" fmla="*/ 2096733 h 211520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1736786" h="2115209">
                  <a:moveTo>
                    <a:pt x="1736786" y="2096733"/>
                  </a:moveTo>
                  <a:lnTo>
                    <a:pt x="1611225" y="2109550"/>
                  </a:lnTo>
                  <a:cubicBezTo>
                    <a:pt x="1264519" y="2132887"/>
                    <a:pt x="907137" y="2084567"/>
                    <a:pt x="560096" y="1955056"/>
                  </a:cubicBezTo>
                  <a:cubicBezTo>
                    <a:pt x="397381" y="1894332"/>
                    <a:pt x="244642" y="1818635"/>
                    <a:pt x="102871" y="1730125"/>
                  </a:cubicBezTo>
                  <a:lnTo>
                    <a:pt x="0" y="1658574"/>
                  </a:lnTo>
                  <a:lnTo>
                    <a:pt x="236839" y="0"/>
                  </a:lnTo>
                  <a:lnTo>
                    <a:pt x="1736786" y="2096733"/>
                  </a:lnTo>
                  <a:close/>
                </a:path>
              </a:pathLst>
            </a:custGeom>
            <a:solidFill>
              <a:schemeClr val="tx1">
                <a:lumMod val="95000"/>
                <a:lumOff val="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145DB1C1-B4E7-6BB0-EBF3-5386CCBFEF5E}"/>
                </a:ext>
              </a:extLst>
            </p:cNvPr>
            <p:cNvSpPr/>
            <p:nvPr/>
          </p:nvSpPr>
          <p:spPr>
            <a:xfrm rot="14972103">
              <a:off x="3288052" y="3619483"/>
              <a:ext cx="1303863" cy="2588806"/>
            </a:xfrm>
            <a:custGeom>
              <a:avLst/>
              <a:gdLst>
                <a:gd name="csX0" fmla="*/ 848218 w 1303863"/>
                <a:gd name="csY0" fmla="*/ 2588806 h 2588806"/>
                <a:gd name="csX1" fmla="*/ 807458 w 1303863"/>
                <a:gd name="csY1" fmla="*/ 2554658 h 2588806"/>
                <a:gd name="csX2" fmla="*/ 3919 w 1303863"/>
                <a:gd name="csY2" fmla="*/ 1018961 h 2588806"/>
                <a:gd name="csX3" fmla="*/ 0 w 1303863"/>
                <a:gd name="csY3" fmla="*/ 975803 h 2588806"/>
                <a:gd name="csX4" fmla="*/ 1303863 w 1303863"/>
                <a:gd name="csY4" fmla="*/ 0 h 2588806"/>
                <a:gd name="csX5" fmla="*/ 848218 w 1303863"/>
                <a:gd name="csY5" fmla="*/ 2588806 h 258880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303863" h="2588806">
                  <a:moveTo>
                    <a:pt x="848218" y="2588806"/>
                  </a:moveTo>
                  <a:lnTo>
                    <a:pt x="807458" y="2554658"/>
                  </a:lnTo>
                  <a:cubicBezTo>
                    <a:pt x="364777" y="2152628"/>
                    <a:pt x="80754" y="1605508"/>
                    <a:pt x="3919" y="1018961"/>
                  </a:cubicBezTo>
                  <a:lnTo>
                    <a:pt x="0" y="975803"/>
                  </a:lnTo>
                  <a:lnTo>
                    <a:pt x="1303863" y="0"/>
                  </a:lnTo>
                  <a:lnTo>
                    <a:pt x="848218" y="2588806"/>
                  </a:lnTo>
                  <a:close/>
                </a:path>
              </a:pathLst>
            </a:custGeom>
            <a:solidFill>
              <a:schemeClr val="tx1">
                <a:lumMod val="95000"/>
                <a:lumOff val="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0FF4571C-E68A-CF5F-E57B-49C21EDFBA69}"/>
                </a:ext>
              </a:extLst>
            </p:cNvPr>
            <p:cNvSpPr/>
            <p:nvPr/>
          </p:nvSpPr>
          <p:spPr>
            <a:xfrm rot="14972103">
              <a:off x="1493424" y="4241335"/>
              <a:ext cx="1999706" cy="1712272"/>
            </a:xfrm>
            <a:custGeom>
              <a:avLst/>
              <a:gdLst>
                <a:gd name="csX0" fmla="*/ 1999706 w 1999706"/>
                <a:gd name="csY0" fmla="*/ 247842 h 1712272"/>
                <a:gd name="csX1" fmla="*/ 95 w 1999706"/>
                <a:gd name="csY1" fmla="*/ 1712272 h 1712272"/>
                <a:gd name="csX2" fmla="*/ 0 w 1999706"/>
                <a:gd name="csY2" fmla="*/ 1554628 h 1712272"/>
                <a:gd name="csX3" fmla="*/ 154980 w 1999706"/>
                <a:gd name="csY3" fmla="*/ 805925 h 1712272"/>
                <a:gd name="csX4" fmla="*/ 521289 w 1999706"/>
                <a:gd name="csY4" fmla="*/ 147845 h 1712272"/>
                <a:gd name="csX5" fmla="*/ 648252 w 1999706"/>
                <a:gd name="csY5" fmla="*/ 0 h 1712272"/>
                <a:gd name="csX6" fmla="*/ 1999706 w 1999706"/>
                <a:gd name="csY6" fmla="*/ 247842 h 171227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1999706" h="1712272">
                  <a:moveTo>
                    <a:pt x="1999706" y="247842"/>
                  </a:moveTo>
                  <a:lnTo>
                    <a:pt x="95" y="1712272"/>
                  </a:lnTo>
                  <a:lnTo>
                    <a:pt x="0" y="1554628"/>
                  </a:lnTo>
                  <a:cubicBezTo>
                    <a:pt x="12413" y="1304772"/>
                    <a:pt x="62903" y="1052657"/>
                    <a:pt x="154980" y="805925"/>
                  </a:cubicBezTo>
                  <a:cubicBezTo>
                    <a:pt x="245640" y="562990"/>
                    <a:pt x="370180" y="342524"/>
                    <a:pt x="521289" y="147845"/>
                  </a:cubicBezTo>
                  <a:lnTo>
                    <a:pt x="648252" y="0"/>
                  </a:lnTo>
                  <a:lnTo>
                    <a:pt x="1999706" y="247842"/>
                  </a:lnTo>
                  <a:close/>
                </a:path>
              </a:pathLst>
            </a:custGeom>
            <a:solidFill>
              <a:schemeClr val="tx1">
                <a:lumMod val="95000"/>
                <a:lumOff val="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18853554-4353-3C57-3C38-E8CB981B98A1}"/>
                </a:ext>
              </a:extLst>
            </p:cNvPr>
            <p:cNvSpPr/>
            <p:nvPr/>
          </p:nvSpPr>
          <p:spPr>
            <a:xfrm>
              <a:off x="427049" y="3315784"/>
              <a:ext cx="1169594" cy="2312748"/>
            </a:xfrm>
            <a:custGeom>
              <a:avLst/>
              <a:gdLst>
                <a:gd name="csX0" fmla="*/ 682686 w 1169594"/>
                <a:gd name="csY0" fmla="*/ 0 h 2312748"/>
                <a:gd name="csX1" fmla="*/ 1169594 w 1169594"/>
                <a:gd name="csY1" fmla="*/ 2312748 h 2312748"/>
                <a:gd name="csX2" fmla="*/ 1016155 w 1169594"/>
                <a:gd name="csY2" fmla="*/ 2226579 h 2312748"/>
                <a:gd name="csX3" fmla="*/ 57482 w 1169594"/>
                <a:gd name="csY3" fmla="*/ 1165723 h 2312748"/>
                <a:gd name="csX4" fmla="*/ 0 w 1169594"/>
                <a:gd name="csY4" fmla="*/ 1033689 h 2312748"/>
                <a:gd name="csX5" fmla="*/ 682686 w 1169594"/>
                <a:gd name="csY5" fmla="*/ 0 h 231274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169594" h="2312748">
                  <a:moveTo>
                    <a:pt x="682686" y="0"/>
                  </a:moveTo>
                  <a:lnTo>
                    <a:pt x="1169594" y="2312748"/>
                  </a:lnTo>
                  <a:lnTo>
                    <a:pt x="1016155" y="2226579"/>
                  </a:lnTo>
                  <a:cubicBezTo>
                    <a:pt x="603136" y="1974448"/>
                    <a:pt x="268475" y="1605654"/>
                    <a:pt x="57482" y="1165723"/>
                  </a:cubicBezTo>
                  <a:lnTo>
                    <a:pt x="0" y="1033689"/>
                  </a:lnTo>
                  <a:lnTo>
                    <a:pt x="682686" y="0"/>
                  </a:lnTo>
                  <a:close/>
                </a:path>
              </a:pathLst>
            </a:custGeom>
            <a:solidFill>
              <a:schemeClr val="tx1">
                <a:lumMod val="95000"/>
                <a:lumOff val="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4D2CDAC4-CEE7-C9C8-213C-71BBFD6F0CBD}"/>
                </a:ext>
              </a:extLst>
            </p:cNvPr>
            <p:cNvSpPr/>
            <p:nvPr/>
          </p:nvSpPr>
          <p:spPr>
            <a:xfrm rot="2781523">
              <a:off x="169204" y="1973761"/>
              <a:ext cx="1107611" cy="2084407"/>
            </a:xfrm>
            <a:custGeom>
              <a:avLst/>
              <a:gdLst>
                <a:gd name="csX0" fmla="*/ 652320 w 1107611"/>
                <a:gd name="csY0" fmla="*/ 0 h 2084407"/>
                <a:gd name="csX1" fmla="*/ 1107611 w 1107611"/>
                <a:gd name="csY1" fmla="*/ 2084407 h 2084407"/>
                <a:gd name="csX2" fmla="*/ 1067780 w 1107611"/>
                <a:gd name="csY2" fmla="*/ 2065954 h 2084407"/>
                <a:gd name="csX3" fmla="*/ 490085 w 1107611"/>
                <a:gd name="csY3" fmla="*/ 1652183 h 2084407"/>
                <a:gd name="csX4" fmla="*/ 26392 w 1107611"/>
                <a:gd name="csY4" fmla="*/ 1054415 h 2084407"/>
                <a:gd name="csX5" fmla="*/ 0 w 1107611"/>
                <a:gd name="csY5" fmla="*/ 1001113 h 2084407"/>
                <a:gd name="csX6" fmla="*/ 652320 w 1107611"/>
                <a:gd name="csY6" fmla="*/ 0 h 208440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1107611" h="2084407">
                  <a:moveTo>
                    <a:pt x="652320" y="0"/>
                  </a:moveTo>
                  <a:lnTo>
                    <a:pt x="1107611" y="2084407"/>
                  </a:lnTo>
                  <a:lnTo>
                    <a:pt x="1067780" y="2065954"/>
                  </a:lnTo>
                  <a:cubicBezTo>
                    <a:pt x="861600" y="1958614"/>
                    <a:pt x="666831" y="1820738"/>
                    <a:pt x="490085" y="1652183"/>
                  </a:cubicBezTo>
                  <a:cubicBezTo>
                    <a:pt x="301558" y="1472391"/>
                    <a:pt x="146923" y="1270459"/>
                    <a:pt x="26392" y="1054415"/>
                  </a:cubicBezTo>
                  <a:lnTo>
                    <a:pt x="0" y="1001113"/>
                  </a:lnTo>
                  <a:lnTo>
                    <a:pt x="652320" y="0"/>
                  </a:lnTo>
                  <a:close/>
                </a:path>
              </a:pathLst>
            </a:custGeom>
            <a:solidFill>
              <a:schemeClr val="tx1">
                <a:lumMod val="95000"/>
                <a:lumOff val="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81A944D0-21F9-5BB0-81B4-FD4AD86CFBBA}"/>
                </a:ext>
              </a:extLst>
            </p:cNvPr>
            <p:cNvSpPr/>
            <p:nvPr/>
          </p:nvSpPr>
          <p:spPr>
            <a:xfrm>
              <a:off x="465794" y="1206930"/>
              <a:ext cx="2109701" cy="1139151"/>
            </a:xfrm>
            <a:custGeom>
              <a:avLst/>
              <a:gdLst>
                <a:gd name="csX0" fmla="*/ 1036038 w 2109701"/>
                <a:gd name="csY0" fmla="*/ 0 h 1139151"/>
                <a:gd name="csX1" fmla="*/ 2109701 w 2109701"/>
                <a:gd name="csY1" fmla="*/ 723115 h 1139151"/>
                <a:gd name="csX2" fmla="*/ 0 w 2109701"/>
                <a:gd name="csY2" fmla="*/ 1139151 h 1139151"/>
                <a:gd name="csX3" fmla="*/ 74038 w 2109701"/>
                <a:gd name="csY3" fmla="*/ 984737 h 1139151"/>
                <a:gd name="csX4" fmla="*/ 875816 w 2109701"/>
                <a:gd name="csY4" fmla="*/ 97792 h 1139151"/>
                <a:gd name="csX5" fmla="*/ 1036038 w 2109701"/>
                <a:gd name="csY5" fmla="*/ 0 h 113915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109701" h="1139151">
                  <a:moveTo>
                    <a:pt x="1036038" y="0"/>
                  </a:moveTo>
                  <a:lnTo>
                    <a:pt x="2109701" y="723115"/>
                  </a:lnTo>
                  <a:lnTo>
                    <a:pt x="0" y="1139151"/>
                  </a:lnTo>
                  <a:lnTo>
                    <a:pt x="74038" y="984737"/>
                  </a:lnTo>
                  <a:cubicBezTo>
                    <a:pt x="266779" y="628272"/>
                    <a:pt x="542779" y="323842"/>
                    <a:pt x="875816" y="97792"/>
                  </a:cubicBezTo>
                  <a:lnTo>
                    <a:pt x="1036038" y="0"/>
                  </a:lnTo>
                  <a:close/>
                </a:path>
              </a:pathLst>
            </a:custGeom>
            <a:solidFill>
              <a:schemeClr val="tx1">
                <a:lumMod val="95000"/>
                <a:lumOff val="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317C8CD8-F8FE-FAA0-D1DD-BC3DE28E4001}"/>
                </a:ext>
              </a:extLst>
            </p:cNvPr>
            <p:cNvSpPr/>
            <p:nvPr/>
          </p:nvSpPr>
          <p:spPr>
            <a:xfrm>
              <a:off x="1690584" y="875071"/>
              <a:ext cx="1863119" cy="1492799"/>
            </a:xfrm>
            <a:custGeom>
              <a:avLst/>
              <a:gdLst>
                <a:gd name="csX0" fmla="*/ 1051050 w 1863119"/>
                <a:gd name="csY0" fmla="*/ 0 h 1492799"/>
                <a:gd name="csX1" fmla="*/ 1555698 w 1863119"/>
                <a:gd name="csY1" fmla="*/ 51111 h 1492799"/>
                <a:gd name="csX2" fmla="*/ 1590963 w 1863119"/>
                <a:gd name="csY2" fmla="*/ 60221 h 1492799"/>
                <a:gd name="csX3" fmla="*/ 1863119 w 1863119"/>
                <a:gd name="csY3" fmla="*/ 1492799 h 1492799"/>
                <a:gd name="csX4" fmla="*/ 0 w 1863119"/>
                <a:gd name="csY4" fmla="*/ 231931 h 1492799"/>
                <a:gd name="csX5" fmla="*/ 132888 w 1863119"/>
                <a:gd name="csY5" fmla="*/ 174501 h 1492799"/>
                <a:gd name="csX6" fmla="*/ 1051050 w 1863119"/>
                <a:gd name="csY6" fmla="*/ 0 h 149279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1863119" h="1492799">
                  <a:moveTo>
                    <a:pt x="1051050" y="0"/>
                  </a:moveTo>
                  <a:cubicBezTo>
                    <a:pt x="1223917" y="0"/>
                    <a:pt x="1392692" y="17599"/>
                    <a:pt x="1555698" y="51111"/>
                  </a:cubicBezTo>
                  <a:lnTo>
                    <a:pt x="1590963" y="60221"/>
                  </a:lnTo>
                  <a:lnTo>
                    <a:pt x="1863119" y="1492799"/>
                  </a:lnTo>
                  <a:lnTo>
                    <a:pt x="0" y="231931"/>
                  </a:lnTo>
                  <a:lnTo>
                    <a:pt x="132888" y="174501"/>
                  </a:lnTo>
                  <a:cubicBezTo>
                    <a:pt x="417183" y="61872"/>
                    <a:pt x="726925" y="0"/>
                    <a:pt x="1051050" y="0"/>
                  </a:cubicBezTo>
                  <a:close/>
                </a:path>
              </a:pathLst>
            </a:custGeom>
            <a:solidFill>
              <a:schemeClr val="tx1">
                <a:lumMod val="95000"/>
                <a:lumOff val="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1936FC98-B932-E109-D766-35BADCF7F8AB}"/>
                </a:ext>
              </a:extLst>
            </p:cNvPr>
            <p:cNvSpPr/>
            <p:nvPr/>
          </p:nvSpPr>
          <p:spPr>
            <a:xfrm>
              <a:off x="3492158" y="990283"/>
              <a:ext cx="1359167" cy="2339142"/>
            </a:xfrm>
            <a:custGeom>
              <a:avLst/>
              <a:gdLst>
                <a:gd name="csX0" fmla="*/ 0 w 1359167"/>
                <a:gd name="csY0" fmla="*/ 0 h 2339142"/>
                <a:gd name="csX1" fmla="*/ 181832 w 1359167"/>
                <a:gd name="csY1" fmla="*/ 64963 h 2339142"/>
                <a:gd name="csX2" fmla="*/ 1256039 w 1359167"/>
                <a:gd name="csY2" fmla="*/ 895326 h 2339142"/>
                <a:gd name="csX3" fmla="*/ 1359167 w 1359167"/>
                <a:gd name="csY3" fmla="*/ 1045764 h 2339142"/>
                <a:gd name="csX4" fmla="*/ 479417 w 1359167"/>
                <a:gd name="csY4" fmla="*/ 2339142 h 2339142"/>
                <a:gd name="csX5" fmla="*/ 0 w 1359167"/>
                <a:gd name="csY5" fmla="*/ 0 h 233914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359167" h="2339142">
                  <a:moveTo>
                    <a:pt x="0" y="0"/>
                  </a:moveTo>
                  <a:lnTo>
                    <a:pt x="181832" y="64963"/>
                  </a:lnTo>
                  <a:cubicBezTo>
                    <a:pt x="611723" y="238345"/>
                    <a:pt x="982657" y="528058"/>
                    <a:pt x="1256039" y="895326"/>
                  </a:cubicBezTo>
                  <a:lnTo>
                    <a:pt x="1359167" y="1045764"/>
                  </a:lnTo>
                  <a:lnTo>
                    <a:pt x="479417" y="233914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1">
                <a:lumMod val="95000"/>
                <a:lumOff val="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0" name="TextBox 19">
            <a:extLst>
              <a:ext uri="{FF2B5EF4-FFF2-40B4-BE49-F238E27FC236}">
                <a16:creationId xmlns:a16="http://schemas.microsoft.com/office/drawing/2014/main" id="{4702B83F-84F8-303D-B2EE-B0CD50884BE7}"/>
              </a:ext>
            </a:extLst>
          </p:cNvPr>
          <p:cNvSpPr txBox="1"/>
          <p:nvPr/>
        </p:nvSpPr>
        <p:spPr>
          <a:xfrm>
            <a:off x="1720645" y="2159434"/>
            <a:ext cx="7838275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Blip>
                <a:blip r:embed="rId2"/>
              </a:buBlip>
            </a:pPr>
            <a:r>
              <a:rPr lang="en-US" sz="2800" b="1" dirty="0"/>
              <a:t>Goals</a:t>
            </a:r>
            <a:r>
              <a:rPr lang="en-US" sz="2800" dirty="0"/>
              <a:t>: Examine the relationships between taxation levels and housing code violations.</a:t>
            </a:r>
          </a:p>
          <a:p>
            <a:pPr marL="285750" indent="-285750">
              <a:buBlip>
                <a:blip r:embed="rId2"/>
              </a:buBlip>
            </a:pPr>
            <a:r>
              <a:rPr lang="en-US" sz="2800" b="1" dirty="0">
                <a:latin typeface="Univers Condensed" panose="020B0506020202050204" pitchFamily="34" charset="0"/>
              </a:rPr>
              <a:t>Tools</a:t>
            </a:r>
            <a:r>
              <a:rPr lang="en-US" sz="2800" dirty="0">
                <a:latin typeface="Univers Condensed" panose="020B0506020202050204" pitchFamily="34" charset="0"/>
              </a:rPr>
              <a:t>:</a:t>
            </a:r>
          </a:p>
          <a:p>
            <a:pPr marL="285750" indent="-285750">
              <a:buBlip>
                <a:blip r:embed="rId2"/>
              </a:buBlip>
            </a:pPr>
            <a:r>
              <a:rPr lang="en-US" sz="2800" dirty="0">
                <a:latin typeface="Univers Condensed" panose="020B0506020202050204" pitchFamily="34" charset="0"/>
              </a:rPr>
              <a:t>Tableau</a:t>
            </a:r>
          </a:p>
          <a:p>
            <a:pPr marL="742950" lvl="1" indent="-285750">
              <a:buBlip>
                <a:blip r:embed="rId2"/>
              </a:buBlip>
            </a:pPr>
            <a:r>
              <a:rPr lang="en-US" sz="2800" dirty="0">
                <a:latin typeface="Univers Condensed" panose="020B0506020202050204" pitchFamily="34" charset="0"/>
              </a:rPr>
              <a:t>Data Visualization</a:t>
            </a:r>
          </a:p>
          <a:p>
            <a:pPr marL="285750" indent="-285750">
              <a:buBlip>
                <a:blip r:embed="rId2"/>
              </a:buBlip>
            </a:pPr>
            <a:r>
              <a:rPr lang="en-US" sz="2800" dirty="0">
                <a:latin typeface="Univers Condensed" panose="020B0506020202050204" pitchFamily="34" charset="0"/>
              </a:rPr>
              <a:t>RStudio</a:t>
            </a:r>
          </a:p>
          <a:p>
            <a:pPr marL="742950" lvl="1" indent="-285750">
              <a:buBlip>
                <a:blip r:embed="rId2"/>
              </a:buBlip>
            </a:pPr>
            <a:r>
              <a:rPr lang="en-US" sz="2800" dirty="0">
                <a:latin typeface="Univers Condensed" panose="020B0506020202050204" pitchFamily="34" charset="0"/>
              </a:rPr>
              <a:t>Wrangling and Cleaning</a:t>
            </a:r>
          </a:p>
          <a:p>
            <a:pPr marL="285750" indent="-285750">
              <a:buBlip>
                <a:blip r:embed="rId2"/>
              </a:buBlip>
            </a:pPr>
            <a:r>
              <a:rPr lang="en-US" sz="2800" dirty="0">
                <a:latin typeface="Univers Condensed" panose="020B0506020202050204" pitchFamily="34" charset="0"/>
              </a:rPr>
              <a:t>US Census Geocoder</a:t>
            </a:r>
          </a:p>
          <a:p>
            <a:pPr marL="742950" lvl="1" indent="-285750">
              <a:buBlip>
                <a:blip r:embed="rId2"/>
              </a:buBlip>
            </a:pPr>
            <a:r>
              <a:rPr lang="en-US" sz="2800" dirty="0">
                <a:latin typeface="Univers Condensed" panose="020B0506020202050204" pitchFamily="34" charset="0"/>
              </a:rPr>
              <a:t>Location Data Creation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4A02FAD-4070-FB49-5D1A-8BB49D951841}"/>
              </a:ext>
            </a:extLst>
          </p:cNvPr>
          <p:cNvSpPr txBox="1"/>
          <p:nvPr/>
        </p:nvSpPr>
        <p:spPr>
          <a:xfrm>
            <a:off x="1562100" y="241300"/>
            <a:ext cx="8585199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i="1" dirty="0">
                <a:latin typeface="Univers 75 Black" pitchFamily="50" charset="0"/>
              </a:rPr>
              <a:t>Introduction</a:t>
            </a:r>
          </a:p>
        </p:txBody>
      </p:sp>
    </p:spTree>
    <p:extLst>
      <p:ext uri="{BB962C8B-B14F-4D97-AF65-F5344CB8AC3E}">
        <p14:creationId xmlns:p14="http://schemas.microsoft.com/office/powerpoint/2010/main" val="113350372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000">
        <p14:shred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8" presetClass="emph" presetSubtype="0" repeatCount="indefinite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Rot by="21600000">
                                      <p:cBhvr>
                                        <p:cTn id="6" dur="47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EC312B1-9BA2-EA58-2DBC-9F37A15C26D4}"/>
              </a:ext>
            </a:extLst>
          </p:cNvPr>
          <p:cNvSpPr txBox="1"/>
          <p:nvPr/>
        </p:nvSpPr>
        <p:spPr>
          <a:xfrm>
            <a:off x="304800" y="-88490"/>
            <a:ext cx="1415845" cy="18620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500" dirty="0">
                <a:latin typeface="Univers LT Std 49 Light UltraCn" panose="020B0406020202060204" pitchFamily="34" charset="0"/>
              </a:rPr>
              <a:t>02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34C0358F-5D09-B8CD-2A67-3F9E978A001F}"/>
              </a:ext>
            </a:extLst>
          </p:cNvPr>
          <p:cNvGrpSpPr/>
          <p:nvPr/>
        </p:nvGrpSpPr>
        <p:grpSpPr>
          <a:xfrm>
            <a:off x="-89229" y="5575300"/>
            <a:ext cx="1415841" cy="1282700"/>
            <a:chOff x="-319194" y="875071"/>
            <a:chExt cx="5673854" cy="5222253"/>
          </a:xfrm>
        </p:grpSpPr>
        <p:sp>
          <p:nvSpPr>
            <p:cNvPr id="8" name="Freeform: Shape 7">
              <a:extLst>
                <a:ext uri="{FF2B5EF4-FFF2-40B4-BE49-F238E27FC236}">
                  <a16:creationId xmlns:a16="http://schemas.microsoft.com/office/drawing/2014/main" id="{DECB6F52-A47C-98C3-8B08-251EDCE29B06}"/>
                </a:ext>
              </a:extLst>
            </p:cNvPr>
            <p:cNvSpPr/>
            <p:nvPr/>
          </p:nvSpPr>
          <p:spPr>
            <a:xfrm rot="14972103">
              <a:off x="3428663" y="2358160"/>
              <a:ext cx="1736786" cy="2115209"/>
            </a:xfrm>
            <a:custGeom>
              <a:avLst/>
              <a:gdLst>
                <a:gd name="csX0" fmla="*/ 1736786 w 1736786"/>
                <a:gd name="csY0" fmla="*/ 2096733 h 2115209"/>
                <a:gd name="csX1" fmla="*/ 1611225 w 1736786"/>
                <a:gd name="csY1" fmla="*/ 2109550 h 2115209"/>
                <a:gd name="csX2" fmla="*/ 560096 w 1736786"/>
                <a:gd name="csY2" fmla="*/ 1955056 h 2115209"/>
                <a:gd name="csX3" fmla="*/ 102871 w 1736786"/>
                <a:gd name="csY3" fmla="*/ 1730125 h 2115209"/>
                <a:gd name="csX4" fmla="*/ 0 w 1736786"/>
                <a:gd name="csY4" fmla="*/ 1658574 h 2115209"/>
                <a:gd name="csX5" fmla="*/ 236839 w 1736786"/>
                <a:gd name="csY5" fmla="*/ 0 h 2115209"/>
                <a:gd name="csX6" fmla="*/ 1736786 w 1736786"/>
                <a:gd name="csY6" fmla="*/ 2096733 h 211520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1736786" h="2115209">
                  <a:moveTo>
                    <a:pt x="1736786" y="2096733"/>
                  </a:moveTo>
                  <a:lnTo>
                    <a:pt x="1611225" y="2109550"/>
                  </a:lnTo>
                  <a:cubicBezTo>
                    <a:pt x="1264519" y="2132887"/>
                    <a:pt x="907137" y="2084567"/>
                    <a:pt x="560096" y="1955056"/>
                  </a:cubicBezTo>
                  <a:cubicBezTo>
                    <a:pt x="397381" y="1894332"/>
                    <a:pt x="244642" y="1818635"/>
                    <a:pt x="102871" y="1730125"/>
                  </a:cubicBezTo>
                  <a:lnTo>
                    <a:pt x="0" y="1658574"/>
                  </a:lnTo>
                  <a:lnTo>
                    <a:pt x="236839" y="0"/>
                  </a:lnTo>
                  <a:lnTo>
                    <a:pt x="1736786" y="2096733"/>
                  </a:lnTo>
                  <a:close/>
                </a:path>
              </a:pathLst>
            </a:custGeom>
            <a:solidFill>
              <a:schemeClr val="tx1">
                <a:lumMod val="95000"/>
                <a:lumOff val="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7835A27D-1508-E109-F7BA-EBA2095CBF1E}"/>
                </a:ext>
              </a:extLst>
            </p:cNvPr>
            <p:cNvSpPr/>
            <p:nvPr/>
          </p:nvSpPr>
          <p:spPr>
            <a:xfrm rot="14972103">
              <a:off x="3288052" y="3619483"/>
              <a:ext cx="1303863" cy="2588806"/>
            </a:xfrm>
            <a:custGeom>
              <a:avLst/>
              <a:gdLst>
                <a:gd name="csX0" fmla="*/ 848218 w 1303863"/>
                <a:gd name="csY0" fmla="*/ 2588806 h 2588806"/>
                <a:gd name="csX1" fmla="*/ 807458 w 1303863"/>
                <a:gd name="csY1" fmla="*/ 2554658 h 2588806"/>
                <a:gd name="csX2" fmla="*/ 3919 w 1303863"/>
                <a:gd name="csY2" fmla="*/ 1018961 h 2588806"/>
                <a:gd name="csX3" fmla="*/ 0 w 1303863"/>
                <a:gd name="csY3" fmla="*/ 975803 h 2588806"/>
                <a:gd name="csX4" fmla="*/ 1303863 w 1303863"/>
                <a:gd name="csY4" fmla="*/ 0 h 2588806"/>
                <a:gd name="csX5" fmla="*/ 848218 w 1303863"/>
                <a:gd name="csY5" fmla="*/ 2588806 h 258880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303863" h="2588806">
                  <a:moveTo>
                    <a:pt x="848218" y="2588806"/>
                  </a:moveTo>
                  <a:lnTo>
                    <a:pt x="807458" y="2554658"/>
                  </a:lnTo>
                  <a:cubicBezTo>
                    <a:pt x="364777" y="2152628"/>
                    <a:pt x="80754" y="1605508"/>
                    <a:pt x="3919" y="1018961"/>
                  </a:cubicBezTo>
                  <a:lnTo>
                    <a:pt x="0" y="975803"/>
                  </a:lnTo>
                  <a:lnTo>
                    <a:pt x="1303863" y="0"/>
                  </a:lnTo>
                  <a:lnTo>
                    <a:pt x="848218" y="2588806"/>
                  </a:lnTo>
                  <a:close/>
                </a:path>
              </a:pathLst>
            </a:custGeom>
            <a:solidFill>
              <a:schemeClr val="tx1">
                <a:lumMod val="95000"/>
                <a:lumOff val="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13F67249-6330-111E-B196-79413EB66E67}"/>
                </a:ext>
              </a:extLst>
            </p:cNvPr>
            <p:cNvSpPr/>
            <p:nvPr/>
          </p:nvSpPr>
          <p:spPr>
            <a:xfrm rot="14972103">
              <a:off x="1493424" y="4241335"/>
              <a:ext cx="1999706" cy="1712272"/>
            </a:xfrm>
            <a:custGeom>
              <a:avLst/>
              <a:gdLst>
                <a:gd name="csX0" fmla="*/ 1999706 w 1999706"/>
                <a:gd name="csY0" fmla="*/ 247842 h 1712272"/>
                <a:gd name="csX1" fmla="*/ 95 w 1999706"/>
                <a:gd name="csY1" fmla="*/ 1712272 h 1712272"/>
                <a:gd name="csX2" fmla="*/ 0 w 1999706"/>
                <a:gd name="csY2" fmla="*/ 1554628 h 1712272"/>
                <a:gd name="csX3" fmla="*/ 154980 w 1999706"/>
                <a:gd name="csY3" fmla="*/ 805925 h 1712272"/>
                <a:gd name="csX4" fmla="*/ 521289 w 1999706"/>
                <a:gd name="csY4" fmla="*/ 147845 h 1712272"/>
                <a:gd name="csX5" fmla="*/ 648252 w 1999706"/>
                <a:gd name="csY5" fmla="*/ 0 h 1712272"/>
                <a:gd name="csX6" fmla="*/ 1999706 w 1999706"/>
                <a:gd name="csY6" fmla="*/ 247842 h 171227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1999706" h="1712272">
                  <a:moveTo>
                    <a:pt x="1999706" y="247842"/>
                  </a:moveTo>
                  <a:lnTo>
                    <a:pt x="95" y="1712272"/>
                  </a:lnTo>
                  <a:lnTo>
                    <a:pt x="0" y="1554628"/>
                  </a:lnTo>
                  <a:cubicBezTo>
                    <a:pt x="12413" y="1304772"/>
                    <a:pt x="62903" y="1052657"/>
                    <a:pt x="154980" y="805925"/>
                  </a:cubicBezTo>
                  <a:cubicBezTo>
                    <a:pt x="245640" y="562990"/>
                    <a:pt x="370180" y="342524"/>
                    <a:pt x="521289" y="147845"/>
                  </a:cubicBezTo>
                  <a:lnTo>
                    <a:pt x="648252" y="0"/>
                  </a:lnTo>
                  <a:lnTo>
                    <a:pt x="1999706" y="247842"/>
                  </a:lnTo>
                  <a:close/>
                </a:path>
              </a:pathLst>
            </a:custGeom>
            <a:solidFill>
              <a:schemeClr val="tx1">
                <a:lumMod val="95000"/>
                <a:lumOff val="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71A98ADA-6A7F-87E2-DF2D-EB23919079EA}"/>
                </a:ext>
              </a:extLst>
            </p:cNvPr>
            <p:cNvSpPr/>
            <p:nvPr/>
          </p:nvSpPr>
          <p:spPr>
            <a:xfrm>
              <a:off x="427049" y="3315784"/>
              <a:ext cx="1169594" cy="2312748"/>
            </a:xfrm>
            <a:custGeom>
              <a:avLst/>
              <a:gdLst>
                <a:gd name="csX0" fmla="*/ 682686 w 1169594"/>
                <a:gd name="csY0" fmla="*/ 0 h 2312748"/>
                <a:gd name="csX1" fmla="*/ 1169594 w 1169594"/>
                <a:gd name="csY1" fmla="*/ 2312748 h 2312748"/>
                <a:gd name="csX2" fmla="*/ 1016155 w 1169594"/>
                <a:gd name="csY2" fmla="*/ 2226579 h 2312748"/>
                <a:gd name="csX3" fmla="*/ 57482 w 1169594"/>
                <a:gd name="csY3" fmla="*/ 1165723 h 2312748"/>
                <a:gd name="csX4" fmla="*/ 0 w 1169594"/>
                <a:gd name="csY4" fmla="*/ 1033689 h 2312748"/>
                <a:gd name="csX5" fmla="*/ 682686 w 1169594"/>
                <a:gd name="csY5" fmla="*/ 0 h 231274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169594" h="2312748">
                  <a:moveTo>
                    <a:pt x="682686" y="0"/>
                  </a:moveTo>
                  <a:lnTo>
                    <a:pt x="1169594" y="2312748"/>
                  </a:lnTo>
                  <a:lnTo>
                    <a:pt x="1016155" y="2226579"/>
                  </a:lnTo>
                  <a:cubicBezTo>
                    <a:pt x="603136" y="1974448"/>
                    <a:pt x="268475" y="1605654"/>
                    <a:pt x="57482" y="1165723"/>
                  </a:cubicBezTo>
                  <a:lnTo>
                    <a:pt x="0" y="1033689"/>
                  </a:lnTo>
                  <a:lnTo>
                    <a:pt x="682686" y="0"/>
                  </a:lnTo>
                  <a:close/>
                </a:path>
              </a:pathLst>
            </a:custGeom>
            <a:solidFill>
              <a:schemeClr val="tx1">
                <a:lumMod val="95000"/>
                <a:lumOff val="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70A0FB3E-484C-6A4A-7582-64966D3C913D}"/>
                </a:ext>
              </a:extLst>
            </p:cNvPr>
            <p:cNvSpPr/>
            <p:nvPr/>
          </p:nvSpPr>
          <p:spPr>
            <a:xfrm rot="2781523">
              <a:off x="169204" y="1973761"/>
              <a:ext cx="1107611" cy="2084407"/>
            </a:xfrm>
            <a:custGeom>
              <a:avLst/>
              <a:gdLst>
                <a:gd name="csX0" fmla="*/ 652320 w 1107611"/>
                <a:gd name="csY0" fmla="*/ 0 h 2084407"/>
                <a:gd name="csX1" fmla="*/ 1107611 w 1107611"/>
                <a:gd name="csY1" fmla="*/ 2084407 h 2084407"/>
                <a:gd name="csX2" fmla="*/ 1067780 w 1107611"/>
                <a:gd name="csY2" fmla="*/ 2065954 h 2084407"/>
                <a:gd name="csX3" fmla="*/ 490085 w 1107611"/>
                <a:gd name="csY3" fmla="*/ 1652183 h 2084407"/>
                <a:gd name="csX4" fmla="*/ 26392 w 1107611"/>
                <a:gd name="csY4" fmla="*/ 1054415 h 2084407"/>
                <a:gd name="csX5" fmla="*/ 0 w 1107611"/>
                <a:gd name="csY5" fmla="*/ 1001113 h 2084407"/>
                <a:gd name="csX6" fmla="*/ 652320 w 1107611"/>
                <a:gd name="csY6" fmla="*/ 0 h 208440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1107611" h="2084407">
                  <a:moveTo>
                    <a:pt x="652320" y="0"/>
                  </a:moveTo>
                  <a:lnTo>
                    <a:pt x="1107611" y="2084407"/>
                  </a:lnTo>
                  <a:lnTo>
                    <a:pt x="1067780" y="2065954"/>
                  </a:lnTo>
                  <a:cubicBezTo>
                    <a:pt x="861600" y="1958614"/>
                    <a:pt x="666831" y="1820738"/>
                    <a:pt x="490085" y="1652183"/>
                  </a:cubicBezTo>
                  <a:cubicBezTo>
                    <a:pt x="301558" y="1472391"/>
                    <a:pt x="146923" y="1270459"/>
                    <a:pt x="26392" y="1054415"/>
                  </a:cubicBezTo>
                  <a:lnTo>
                    <a:pt x="0" y="1001113"/>
                  </a:lnTo>
                  <a:lnTo>
                    <a:pt x="652320" y="0"/>
                  </a:lnTo>
                  <a:close/>
                </a:path>
              </a:pathLst>
            </a:custGeom>
            <a:solidFill>
              <a:schemeClr val="tx1">
                <a:lumMod val="95000"/>
                <a:lumOff val="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000DB1EE-FBD2-27E6-480B-B1FC53AFFEDA}"/>
                </a:ext>
              </a:extLst>
            </p:cNvPr>
            <p:cNvSpPr/>
            <p:nvPr/>
          </p:nvSpPr>
          <p:spPr>
            <a:xfrm>
              <a:off x="465794" y="1206930"/>
              <a:ext cx="2109701" cy="1139151"/>
            </a:xfrm>
            <a:custGeom>
              <a:avLst/>
              <a:gdLst>
                <a:gd name="csX0" fmla="*/ 1036038 w 2109701"/>
                <a:gd name="csY0" fmla="*/ 0 h 1139151"/>
                <a:gd name="csX1" fmla="*/ 2109701 w 2109701"/>
                <a:gd name="csY1" fmla="*/ 723115 h 1139151"/>
                <a:gd name="csX2" fmla="*/ 0 w 2109701"/>
                <a:gd name="csY2" fmla="*/ 1139151 h 1139151"/>
                <a:gd name="csX3" fmla="*/ 74038 w 2109701"/>
                <a:gd name="csY3" fmla="*/ 984737 h 1139151"/>
                <a:gd name="csX4" fmla="*/ 875816 w 2109701"/>
                <a:gd name="csY4" fmla="*/ 97792 h 1139151"/>
                <a:gd name="csX5" fmla="*/ 1036038 w 2109701"/>
                <a:gd name="csY5" fmla="*/ 0 h 113915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109701" h="1139151">
                  <a:moveTo>
                    <a:pt x="1036038" y="0"/>
                  </a:moveTo>
                  <a:lnTo>
                    <a:pt x="2109701" y="723115"/>
                  </a:lnTo>
                  <a:lnTo>
                    <a:pt x="0" y="1139151"/>
                  </a:lnTo>
                  <a:lnTo>
                    <a:pt x="74038" y="984737"/>
                  </a:lnTo>
                  <a:cubicBezTo>
                    <a:pt x="266779" y="628272"/>
                    <a:pt x="542779" y="323842"/>
                    <a:pt x="875816" y="97792"/>
                  </a:cubicBezTo>
                  <a:lnTo>
                    <a:pt x="1036038" y="0"/>
                  </a:lnTo>
                  <a:close/>
                </a:path>
              </a:pathLst>
            </a:custGeom>
            <a:solidFill>
              <a:schemeClr val="tx1">
                <a:lumMod val="95000"/>
                <a:lumOff val="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86B4BD2D-AF23-5DDC-5618-1F2F7F6153BD}"/>
                </a:ext>
              </a:extLst>
            </p:cNvPr>
            <p:cNvSpPr/>
            <p:nvPr/>
          </p:nvSpPr>
          <p:spPr>
            <a:xfrm>
              <a:off x="1690584" y="875071"/>
              <a:ext cx="1863119" cy="1492799"/>
            </a:xfrm>
            <a:custGeom>
              <a:avLst/>
              <a:gdLst>
                <a:gd name="csX0" fmla="*/ 1051050 w 1863119"/>
                <a:gd name="csY0" fmla="*/ 0 h 1492799"/>
                <a:gd name="csX1" fmla="*/ 1555698 w 1863119"/>
                <a:gd name="csY1" fmla="*/ 51111 h 1492799"/>
                <a:gd name="csX2" fmla="*/ 1590963 w 1863119"/>
                <a:gd name="csY2" fmla="*/ 60221 h 1492799"/>
                <a:gd name="csX3" fmla="*/ 1863119 w 1863119"/>
                <a:gd name="csY3" fmla="*/ 1492799 h 1492799"/>
                <a:gd name="csX4" fmla="*/ 0 w 1863119"/>
                <a:gd name="csY4" fmla="*/ 231931 h 1492799"/>
                <a:gd name="csX5" fmla="*/ 132888 w 1863119"/>
                <a:gd name="csY5" fmla="*/ 174501 h 1492799"/>
                <a:gd name="csX6" fmla="*/ 1051050 w 1863119"/>
                <a:gd name="csY6" fmla="*/ 0 h 149279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1863119" h="1492799">
                  <a:moveTo>
                    <a:pt x="1051050" y="0"/>
                  </a:moveTo>
                  <a:cubicBezTo>
                    <a:pt x="1223917" y="0"/>
                    <a:pt x="1392692" y="17599"/>
                    <a:pt x="1555698" y="51111"/>
                  </a:cubicBezTo>
                  <a:lnTo>
                    <a:pt x="1590963" y="60221"/>
                  </a:lnTo>
                  <a:lnTo>
                    <a:pt x="1863119" y="1492799"/>
                  </a:lnTo>
                  <a:lnTo>
                    <a:pt x="0" y="231931"/>
                  </a:lnTo>
                  <a:lnTo>
                    <a:pt x="132888" y="174501"/>
                  </a:lnTo>
                  <a:cubicBezTo>
                    <a:pt x="417183" y="61872"/>
                    <a:pt x="726925" y="0"/>
                    <a:pt x="1051050" y="0"/>
                  </a:cubicBezTo>
                  <a:close/>
                </a:path>
              </a:pathLst>
            </a:custGeom>
            <a:solidFill>
              <a:schemeClr val="tx1">
                <a:lumMod val="95000"/>
                <a:lumOff val="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BA83CDA4-4603-7200-2F2B-B7E65B904DE8}"/>
                </a:ext>
              </a:extLst>
            </p:cNvPr>
            <p:cNvSpPr/>
            <p:nvPr/>
          </p:nvSpPr>
          <p:spPr>
            <a:xfrm>
              <a:off x="3492158" y="990283"/>
              <a:ext cx="1359167" cy="2339142"/>
            </a:xfrm>
            <a:custGeom>
              <a:avLst/>
              <a:gdLst>
                <a:gd name="csX0" fmla="*/ 0 w 1359167"/>
                <a:gd name="csY0" fmla="*/ 0 h 2339142"/>
                <a:gd name="csX1" fmla="*/ 181832 w 1359167"/>
                <a:gd name="csY1" fmla="*/ 64963 h 2339142"/>
                <a:gd name="csX2" fmla="*/ 1256039 w 1359167"/>
                <a:gd name="csY2" fmla="*/ 895326 h 2339142"/>
                <a:gd name="csX3" fmla="*/ 1359167 w 1359167"/>
                <a:gd name="csY3" fmla="*/ 1045764 h 2339142"/>
                <a:gd name="csX4" fmla="*/ 479417 w 1359167"/>
                <a:gd name="csY4" fmla="*/ 2339142 h 2339142"/>
                <a:gd name="csX5" fmla="*/ 0 w 1359167"/>
                <a:gd name="csY5" fmla="*/ 0 h 233914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359167" h="2339142">
                  <a:moveTo>
                    <a:pt x="0" y="0"/>
                  </a:moveTo>
                  <a:lnTo>
                    <a:pt x="181832" y="64963"/>
                  </a:lnTo>
                  <a:cubicBezTo>
                    <a:pt x="611723" y="238345"/>
                    <a:pt x="982657" y="528058"/>
                    <a:pt x="1256039" y="895326"/>
                  </a:cubicBezTo>
                  <a:lnTo>
                    <a:pt x="1359167" y="1045764"/>
                  </a:lnTo>
                  <a:lnTo>
                    <a:pt x="479417" y="233914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1">
                <a:lumMod val="95000"/>
                <a:lumOff val="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0" name="TextBox 19">
            <a:extLst>
              <a:ext uri="{FF2B5EF4-FFF2-40B4-BE49-F238E27FC236}">
                <a16:creationId xmlns:a16="http://schemas.microsoft.com/office/drawing/2014/main" id="{4D723324-9B75-B457-5887-8A9C49043D26}"/>
              </a:ext>
            </a:extLst>
          </p:cNvPr>
          <p:cNvSpPr txBox="1"/>
          <p:nvPr/>
        </p:nvSpPr>
        <p:spPr>
          <a:xfrm>
            <a:off x="1720645" y="2159434"/>
            <a:ext cx="7838275" cy="25545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Blip>
                <a:blip r:embed="rId2"/>
              </a:buBlip>
            </a:pPr>
            <a:r>
              <a:rPr lang="en-US" sz="3200" dirty="0">
                <a:latin typeface="Univers Condensed" panose="020B0506020202050204" pitchFamily="34" charset="0"/>
              </a:rPr>
              <a:t>Real Property Tax 2024 : Data Montgomery</a:t>
            </a:r>
          </a:p>
          <a:p>
            <a:pPr marL="742950" lvl="1" indent="-285750">
              <a:buBlip>
                <a:blip r:embed="rId2"/>
              </a:buBlip>
            </a:pPr>
            <a:r>
              <a:rPr lang="en-US" sz="3200" dirty="0">
                <a:latin typeface="Univers Condensed" panose="020B0506020202050204" pitchFamily="34" charset="0"/>
              </a:rPr>
              <a:t>~345,000 Cases, 75 Variables</a:t>
            </a:r>
          </a:p>
          <a:p>
            <a:pPr lvl="1"/>
            <a:endParaRPr lang="en-US" sz="3200" dirty="0">
              <a:latin typeface="Univers Condensed" panose="020B0506020202050204" pitchFamily="34" charset="0"/>
            </a:endParaRPr>
          </a:p>
          <a:p>
            <a:pPr marL="285750" indent="-285750">
              <a:buBlip>
                <a:blip r:embed="rId2"/>
              </a:buBlip>
            </a:pPr>
            <a:r>
              <a:rPr lang="en-US" sz="3200" dirty="0">
                <a:latin typeface="Univers Condensed" panose="020B0506020202050204" pitchFamily="34" charset="0"/>
              </a:rPr>
              <a:t>Housing Code Violations :Data Montgomery</a:t>
            </a:r>
          </a:p>
          <a:p>
            <a:pPr marL="742950" lvl="1" indent="-285750">
              <a:buBlip>
                <a:blip r:embed="rId2"/>
              </a:buBlip>
            </a:pPr>
            <a:r>
              <a:rPr lang="en-US" sz="3200" dirty="0">
                <a:latin typeface="Univers Condensed" panose="020B0506020202050204" pitchFamily="34" charset="0"/>
              </a:rPr>
              <a:t>~935,000 Cases, 24 Variables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BBFDD115-D36A-BD9E-B80D-A02113CD9FFB}"/>
              </a:ext>
            </a:extLst>
          </p:cNvPr>
          <p:cNvSpPr txBox="1"/>
          <p:nvPr/>
        </p:nvSpPr>
        <p:spPr>
          <a:xfrm>
            <a:off x="1562100" y="241300"/>
            <a:ext cx="8585199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i="1" dirty="0">
                <a:latin typeface="Univers 75 Black" pitchFamily="50" charset="0"/>
              </a:rPr>
              <a:t>Datasets</a:t>
            </a:r>
          </a:p>
        </p:txBody>
      </p: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F32D6809-F0D8-AF87-1532-084C78A0DA59}"/>
              </a:ext>
            </a:extLst>
          </p:cNvPr>
          <p:cNvCxnSpPr>
            <a:cxnSpLocks/>
          </p:cNvCxnSpPr>
          <p:nvPr/>
        </p:nvCxnSpPr>
        <p:spPr>
          <a:xfrm>
            <a:off x="10878087" y="-185245"/>
            <a:ext cx="0" cy="7167705"/>
          </a:xfrm>
          <a:prstGeom prst="line">
            <a:avLst/>
          </a:prstGeom>
          <a:ln w="50800" cap="rnd">
            <a:solidFill>
              <a:schemeClr val="accent2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6DFBF3F6-3D46-261E-EAB9-74847E8EA1E5}"/>
              </a:ext>
            </a:extLst>
          </p:cNvPr>
          <p:cNvCxnSpPr>
            <a:cxnSpLocks/>
          </p:cNvCxnSpPr>
          <p:nvPr/>
        </p:nvCxnSpPr>
        <p:spPr>
          <a:xfrm>
            <a:off x="11462812" y="-107278"/>
            <a:ext cx="0" cy="7020560"/>
          </a:xfrm>
          <a:prstGeom prst="line">
            <a:avLst/>
          </a:prstGeom>
          <a:ln w="50800" cap="rnd">
            <a:solidFill>
              <a:schemeClr val="accent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44948173"/>
      </p:ext>
    </p:extLst>
  </p:cSld>
  <p:clrMapOvr>
    <a:masterClrMapping/>
  </p:clrMapOvr>
  <p:transition spd="slow">
    <p:wip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8" presetClass="emph" presetSubtype="0" repeatCount="indefinite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Rot by="21600000">
                                      <p:cBhvr>
                                        <p:cTn id="6" dur="47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7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A34045E-F8B9-77D4-CAD0-DDFF58C5B2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71988A4A-2ECA-252E-C0C4-9681944ECCED}"/>
              </a:ext>
            </a:extLst>
          </p:cNvPr>
          <p:cNvSpPr txBox="1"/>
          <p:nvPr/>
        </p:nvSpPr>
        <p:spPr>
          <a:xfrm>
            <a:off x="304800" y="-88490"/>
            <a:ext cx="1415845" cy="18620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500" dirty="0">
                <a:latin typeface="Univers LT Std 49 Light UltraCn" panose="020B0406020202060204" pitchFamily="34" charset="0"/>
              </a:rPr>
              <a:t>03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B40A3C75-0F2B-A3A6-72A0-7798CF156D59}"/>
              </a:ext>
            </a:extLst>
          </p:cNvPr>
          <p:cNvGrpSpPr/>
          <p:nvPr/>
        </p:nvGrpSpPr>
        <p:grpSpPr>
          <a:xfrm>
            <a:off x="-89229" y="5575300"/>
            <a:ext cx="1415841" cy="1282700"/>
            <a:chOff x="-319194" y="875071"/>
            <a:chExt cx="5673854" cy="5222253"/>
          </a:xfrm>
        </p:grpSpPr>
        <p:sp>
          <p:nvSpPr>
            <p:cNvPr id="8" name="Freeform: Shape 7">
              <a:extLst>
                <a:ext uri="{FF2B5EF4-FFF2-40B4-BE49-F238E27FC236}">
                  <a16:creationId xmlns:a16="http://schemas.microsoft.com/office/drawing/2014/main" id="{F6EABAE5-58F4-B2D0-0A85-2821A6AF6E6D}"/>
                </a:ext>
              </a:extLst>
            </p:cNvPr>
            <p:cNvSpPr/>
            <p:nvPr/>
          </p:nvSpPr>
          <p:spPr>
            <a:xfrm rot="14972103">
              <a:off x="3428663" y="2358160"/>
              <a:ext cx="1736786" cy="2115209"/>
            </a:xfrm>
            <a:custGeom>
              <a:avLst/>
              <a:gdLst>
                <a:gd name="csX0" fmla="*/ 1736786 w 1736786"/>
                <a:gd name="csY0" fmla="*/ 2096733 h 2115209"/>
                <a:gd name="csX1" fmla="*/ 1611225 w 1736786"/>
                <a:gd name="csY1" fmla="*/ 2109550 h 2115209"/>
                <a:gd name="csX2" fmla="*/ 560096 w 1736786"/>
                <a:gd name="csY2" fmla="*/ 1955056 h 2115209"/>
                <a:gd name="csX3" fmla="*/ 102871 w 1736786"/>
                <a:gd name="csY3" fmla="*/ 1730125 h 2115209"/>
                <a:gd name="csX4" fmla="*/ 0 w 1736786"/>
                <a:gd name="csY4" fmla="*/ 1658574 h 2115209"/>
                <a:gd name="csX5" fmla="*/ 236839 w 1736786"/>
                <a:gd name="csY5" fmla="*/ 0 h 2115209"/>
                <a:gd name="csX6" fmla="*/ 1736786 w 1736786"/>
                <a:gd name="csY6" fmla="*/ 2096733 h 211520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1736786" h="2115209">
                  <a:moveTo>
                    <a:pt x="1736786" y="2096733"/>
                  </a:moveTo>
                  <a:lnTo>
                    <a:pt x="1611225" y="2109550"/>
                  </a:lnTo>
                  <a:cubicBezTo>
                    <a:pt x="1264519" y="2132887"/>
                    <a:pt x="907137" y="2084567"/>
                    <a:pt x="560096" y="1955056"/>
                  </a:cubicBezTo>
                  <a:cubicBezTo>
                    <a:pt x="397381" y="1894332"/>
                    <a:pt x="244642" y="1818635"/>
                    <a:pt x="102871" y="1730125"/>
                  </a:cubicBezTo>
                  <a:lnTo>
                    <a:pt x="0" y="1658574"/>
                  </a:lnTo>
                  <a:lnTo>
                    <a:pt x="236839" y="0"/>
                  </a:lnTo>
                  <a:lnTo>
                    <a:pt x="1736786" y="2096733"/>
                  </a:lnTo>
                  <a:close/>
                </a:path>
              </a:pathLst>
            </a:custGeom>
            <a:solidFill>
              <a:schemeClr val="tx1">
                <a:lumMod val="95000"/>
                <a:lumOff val="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2BACF02A-3C0E-B24B-2D82-2715254B7BC0}"/>
                </a:ext>
              </a:extLst>
            </p:cNvPr>
            <p:cNvSpPr/>
            <p:nvPr/>
          </p:nvSpPr>
          <p:spPr>
            <a:xfrm rot="14972103">
              <a:off x="3288052" y="3619483"/>
              <a:ext cx="1303863" cy="2588806"/>
            </a:xfrm>
            <a:custGeom>
              <a:avLst/>
              <a:gdLst>
                <a:gd name="csX0" fmla="*/ 848218 w 1303863"/>
                <a:gd name="csY0" fmla="*/ 2588806 h 2588806"/>
                <a:gd name="csX1" fmla="*/ 807458 w 1303863"/>
                <a:gd name="csY1" fmla="*/ 2554658 h 2588806"/>
                <a:gd name="csX2" fmla="*/ 3919 w 1303863"/>
                <a:gd name="csY2" fmla="*/ 1018961 h 2588806"/>
                <a:gd name="csX3" fmla="*/ 0 w 1303863"/>
                <a:gd name="csY3" fmla="*/ 975803 h 2588806"/>
                <a:gd name="csX4" fmla="*/ 1303863 w 1303863"/>
                <a:gd name="csY4" fmla="*/ 0 h 2588806"/>
                <a:gd name="csX5" fmla="*/ 848218 w 1303863"/>
                <a:gd name="csY5" fmla="*/ 2588806 h 258880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303863" h="2588806">
                  <a:moveTo>
                    <a:pt x="848218" y="2588806"/>
                  </a:moveTo>
                  <a:lnTo>
                    <a:pt x="807458" y="2554658"/>
                  </a:lnTo>
                  <a:cubicBezTo>
                    <a:pt x="364777" y="2152628"/>
                    <a:pt x="80754" y="1605508"/>
                    <a:pt x="3919" y="1018961"/>
                  </a:cubicBezTo>
                  <a:lnTo>
                    <a:pt x="0" y="975803"/>
                  </a:lnTo>
                  <a:lnTo>
                    <a:pt x="1303863" y="0"/>
                  </a:lnTo>
                  <a:lnTo>
                    <a:pt x="848218" y="2588806"/>
                  </a:lnTo>
                  <a:close/>
                </a:path>
              </a:pathLst>
            </a:custGeom>
            <a:solidFill>
              <a:schemeClr val="tx1">
                <a:lumMod val="95000"/>
                <a:lumOff val="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B888A69F-4143-0C8A-FEF6-2BBA99822E04}"/>
                </a:ext>
              </a:extLst>
            </p:cNvPr>
            <p:cNvSpPr/>
            <p:nvPr/>
          </p:nvSpPr>
          <p:spPr>
            <a:xfrm rot="14972103">
              <a:off x="1493424" y="4241335"/>
              <a:ext cx="1999706" cy="1712272"/>
            </a:xfrm>
            <a:custGeom>
              <a:avLst/>
              <a:gdLst>
                <a:gd name="csX0" fmla="*/ 1999706 w 1999706"/>
                <a:gd name="csY0" fmla="*/ 247842 h 1712272"/>
                <a:gd name="csX1" fmla="*/ 95 w 1999706"/>
                <a:gd name="csY1" fmla="*/ 1712272 h 1712272"/>
                <a:gd name="csX2" fmla="*/ 0 w 1999706"/>
                <a:gd name="csY2" fmla="*/ 1554628 h 1712272"/>
                <a:gd name="csX3" fmla="*/ 154980 w 1999706"/>
                <a:gd name="csY3" fmla="*/ 805925 h 1712272"/>
                <a:gd name="csX4" fmla="*/ 521289 w 1999706"/>
                <a:gd name="csY4" fmla="*/ 147845 h 1712272"/>
                <a:gd name="csX5" fmla="*/ 648252 w 1999706"/>
                <a:gd name="csY5" fmla="*/ 0 h 1712272"/>
                <a:gd name="csX6" fmla="*/ 1999706 w 1999706"/>
                <a:gd name="csY6" fmla="*/ 247842 h 171227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1999706" h="1712272">
                  <a:moveTo>
                    <a:pt x="1999706" y="247842"/>
                  </a:moveTo>
                  <a:lnTo>
                    <a:pt x="95" y="1712272"/>
                  </a:lnTo>
                  <a:lnTo>
                    <a:pt x="0" y="1554628"/>
                  </a:lnTo>
                  <a:cubicBezTo>
                    <a:pt x="12413" y="1304772"/>
                    <a:pt x="62903" y="1052657"/>
                    <a:pt x="154980" y="805925"/>
                  </a:cubicBezTo>
                  <a:cubicBezTo>
                    <a:pt x="245640" y="562990"/>
                    <a:pt x="370180" y="342524"/>
                    <a:pt x="521289" y="147845"/>
                  </a:cubicBezTo>
                  <a:lnTo>
                    <a:pt x="648252" y="0"/>
                  </a:lnTo>
                  <a:lnTo>
                    <a:pt x="1999706" y="247842"/>
                  </a:lnTo>
                  <a:close/>
                </a:path>
              </a:pathLst>
            </a:custGeom>
            <a:solidFill>
              <a:schemeClr val="tx1">
                <a:lumMod val="95000"/>
                <a:lumOff val="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BEA9F529-B9DE-191C-C9F2-3219272A1ACE}"/>
                </a:ext>
              </a:extLst>
            </p:cNvPr>
            <p:cNvSpPr/>
            <p:nvPr/>
          </p:nvSpPr>
          <p:spPr>
            <a:xfrm>
              <a:off x="427049" y="3315784"/>
              <a:ext cx="1169594" cy="2312748"/>
            </a:xfrm>
            <a:custGeom>
              <a:avLst/>
              <a:gdLst>
                <a:gd name="csX0" fmla="*/ 682686 w 1169594"/>
                <a:gd name="csY0" fmla="*/ 0 h 2312748"/>
                <a:gd name="csX1" fmla="*/ 1169594 w 1169594"/>
                <a:gd name="csY1" fmla="*/ 2312748 h 2312748"/>
                <a:gd name="csX2" fmla="*/ 1016155 w 1169594"/>
                <a:gd name="csY2" fmla="*/ 2226579 h 2312748"/>
                <a:gd name="csX3" fmla="*/ 57482 w 1169594"/>
                <a:gd name="csY3" fmla="*/ 1165723 h 2312748"/>
                <a:gd name="csX4" fmla="*/ 0 w 1169594"/>
                <a:gd name="csY4" fmla="*/ 1033689 h 2312748"/>
                <a:gd name="csX5" fmla="*/ 682686 w 1169594"/>
                <a:gd name="csY5" fmla="*/ 0 h 231274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169594" h="2312748">
                  <a:moveTo>
                    <a:pt x="682686" y="0"/>
                  </a:moveTo>
                  <a:lnTo>
                    <a:pt x="1169594" y="2312748"/>
                  </a:lnTo>
                  <a:lnTo>
                    <a:pt x="1016155" y="2226579"/>
                  </a:lnTo>
                  <a:cubicBezTo>
                    <a:pt x="603136" y="1974448"/>
                    <a:pt x="268475" y="1605654"/>
                    <a:pt x="57482" y="1165723"/>
                  </a:cubicBezTo>
                  <a:lnTo>
                    <a:pt x="0" y="1033689"/>
                  </a:lnTo>
                  <a:lnTo>
                    <a:pt x="682686" y="0"/>
                  </a:lnTo>
                  <a:close/>
                </a:path>
              </a:pathLst>
            </a:custGeom>
            <a:solidFill>
              <a:schemeClr val="tx1">
                <a:lumMod val="95000"/>
                <a:lumOff val="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5B2EB7D8-1E63-08F6-01AC-8BF4AE687BCE}"/>
                </a:ext>
              </a:extLst>
            </p:cNvPr>
            <p:cNvSpPr/>
            <p:nvPr/>
          </p:nvSpPr>
          <p:spPr>
            <a:xfrm rot="2781523">
              <a:off x="169204" y="1973761"/>
              <a:ext cx="1107611" cy="2084407"/>
            </a:xfrm>
            <a:custGeom>
              <a:avLst/>
              <a:gdLst>
                <a:gd name="csX0" fmla="*/ 652320 w 1107611"/>
                <a:gd name="csY0" fmla="*/ 0 h 2084407"/>
                <a:gd name="csX1" fmla="*/ 1107611 w 1107611"/>
                <a:gd name="csY1" fmla="*/ 2084407 h 2084407"/>
                <a:gd name="csX2" fmla="*/ 1067780 w 1107611"/>
                <a:gd name="csY2" fmla="*/ 2065954 h 2084407"/>
                <a:gd name="csX3" fmla="*/ 490085 w 1107611"/>
                <a:gd name="csY3" fmla="*/ 1652183 h 2084407"/>
                <a:gd name="csX4" fmla="*/ 26392 w 1107611"/>
                <a:gd name="csY4" fmla="*/ 1054415 h 2084407"/>
                <a:gd name="csX5" fmla="*/ 0 w 1107611"/>
                <a:gd name="csY5" fmla="*/ 1001113 h 2084407"/>
                <a:gd name="csX6" fmla="*/ 652320 w 1107611"/>
                <a:gd name="csY6" fmla="*/ 0 h 208440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1107611" h="2084407">
                  <a:moveTo>
                    <a:pt x="652320" y="0"/>
                  </a:moveTo>
                  <a:lnTo>
                    <a:pt x="1107611" y="2084407"/>
                  </a:lnTo>
                  <a:lnTo>
                    <a:pt x="1067780" y="2065954"/>
                  </a:lnTo>
                  <a:cubicBezTo>
                    <a:pt x="861600" y="1958614"/>
                    <a:pt x="666831" y="1820738"/>
                    <a:pt x="490085" y="1652183"/>
                  </a:cubicBezTo>
                  <a:cubicBezTo>
                    <a:pt x="301558" y="1472391"/>
                    <a:pt x="146923" y="1270459"/>
                    <a:pt x="26392" y="1054415"/>
                  </a:cubicBezTo>
                  <a:lnTo>
                    <a:pt x="0" y="1001113"/>
                  </a:lnTo>
                  <a:lnTo>
                    <a:pt x="652320" y="0"/>
                  </a:lnTo>
                  <a:close/>
                </a:path>
              </a:pathLst>
            </a:custGeom>
            <a:solidFill>
              <a:schemeClr val="tx1">
                <a:lumMod val="95000"/>
                <a:lumOff val="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F8B963FE-A8F8-0B49-20FA-D95783087DCB}"/>
                </a:ext>
              </a:extLst>
            </p:cNvPr>
            <p:cNvSpPr/>
            <p:nvPr/>
          </p:nvSpPr>
          <p:spPr>
            <a:xfrm>
              <a:off x="465794" y="1206930"/>
              <a:ext cx="2109701" cy="1139151"/>
            </a:xfrm>
            <a:custGeom>
              <a:avLst/>
              <a:gdLst>
                <a:gd name="csX0" fmla="*/ 1036038 w 2109701"/>
                <a:gd name="csY0" fmla="*/ 0 h 1139151"/>
                <a:gd name="csX1" fmla="*/ 2109701 w 2109701"/>
                <a:gd name="csY1" fmla="*/ 723115 h 1139151"/>
                <a:gd name="csX2" fmla="*/ 0 w 2109701"/>
                <a:gd name="csY2" fmla="*/ 1139151 h 1139151"/>
                <a:gd name="csX3" fmla="*/ 74038 w 2109701"/>
                <a:gd name="csY3" fmla="*/ 984737 h 1139151"/>
                <a:gd name="csX4" fmla="*/ 875816 w 2109701"/>
                <a:gd name="csY4" fmla="*/ 97792 h 1139151"/>
                <a:gd name="csX5" fmla="*/ 1036038 w 2109701"/>
                <a:gd name="csY5" fmla="*/ 0 h 113915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109701" h="1139151">
                  <a:moveTo>
                    <a:pt x="1036038" y="0"/>
                  </a:moveTo>
                  <a:lnTo>
                    <a:pt x="2109701" y="723115"/>
                  </a:lnTo>
                  <a:lnTo>
                    <a:pt x="0" y="1139151"/>
                  </a:lnTo>
                  <a:lnTo>
                    <a:pt x="74038" y="984737"/>
                  </a:lnTo>
                  <a:cubicBezTo>
                    <a:pt x="266779" y="628272"/>
                    <a:pt x="542779" y="323842"/>
                    <a:pt x="875816" y="97792"/>
                  </a:cubicBezTo>
                  <a:lnTo>
                    <a:pt x="1036038" y="0"/>
                  </a:lnTo>
                  <a:close/>
                </a:path>
              </a:pathLst>
            </a:custGeom>
            <a:solidFill>
              <a:schemeClr val="tx1">
                <a:lumMod val="95000"/>
                <a:lumOff val="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BC5C3354-1EA5-D8A3-712D-B324CC13B27E}"/>
                </a:ext>
              </a:extLst>
            </p:cNvPr>
            <p:cNvSpPr/>
            <p:nvPr/>
          </p:nvSpPr>
          <p:spPr>
            <a:xfrm>
              <a:off x="1690584" y="875071"/>
              <a:ext cx="1863119" cy="1492799"/>
            </a:xfrm>
            <a:custGeom>
              <a:avLst/>
              <a:gdLst>
                <a:gd name="csX0" fmla="*/ 1051050 w 1863119"/>
                <a:gd name="csY0" fmla="*/ 0 h 1492799"/>
                <a:gd name="csX1" fmla="*/ 1555698 w 1863119"/>
                <a:gd name="csY1" fmla="*/ 51111 h 1492799"/>
                <a:gd name="csX2" fmla="*/ 1590963 w 1863119"/>
                <a:gd name="csY2" fmla="*/ 60221 h 1492799"/>
                <a:gd name="csX3" fmla="*/ 1863119 w 1863119"/>
                <a:gd name="csY3" fmla="*/ 1492799 h 1492799"/>
                <a:gd name="csX4" fmla="*/ 0 w 1863119"/>
                <a:gd name="csY4" fmla="*/ 231931 h 1492799"/>
                <a:gd name="csX5" fmla="*/ 132888 w 1863119"/>
                <a:gd name="csY5" fmla="*/ 174501 h 1492799"/>
                <a:gd name="csX6" fmla="*/ 1051050 w 1863119"/>
                <a:gd name="csY6" fmla="*/ 0 h 149279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1863119" h="1492799">
                  <a:moveTo>
                    <a:pt x="1051050" y="0"/>
                  </a:moveTo>
                  <a:cubicBezTo>
                    <a:pt x="1223917" y="0"/>
                    <a:pt x="1392692" y="17599"/>
                    <a:pt x="1555698" y="51111"/>
                  </a:cubicBezTo>
                  <a:lnTo>
                    <a:pt x="1590963" y="60221"/>
                  </a:lnTo>
                  <a:lnTo>
                    <a:pt x="1863119" y="1492799"/>
                  </a:lnTo>
                  <a:lnTo>
                    <a:pt x="0" y="231931"/>
                  </a:lnTo>
                  <a:lnTo>
                    <a:pt x="132888" y="174501"/>
                  </a:lnTo>
                  <a:cubicBezTo>
                    <a:pt x="417183" y="61872"/>
                    <a:pt x="726925" y="0"/>
                    <a:pt x="1051050" y="0"/>
                  </a:cubicBezTo>
                  <a:close/>
                </a:path>
              </a:pathLst>
            </a:custGeom>
            <a:solidFill>
              <a:schemeClr val="tx1">
                <a:lumMod val="95000"/>
                <a:lumOff val="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E73AAE7B-6C82-2866-7A21-71515C744EB0}"/>
                </a:ext>
              </a:extLst>
            </p:cNvPr>
            <p:cNvSpPr/>
            <p:nvPr/>
          </p:nvSpPr>
          <p:spPr>
            <a:xfrm>
              <a:off x="3492158" y="990283"/>
              <a:ext cx="1359167" cy="2339142"/>
            </a:xfrm>
            <a:custGeom>
              <a:avLst/>
              <a:gdLst>
                <a:gd name="csX0" fmla="*/ 0 w 1359167"/>
                <a:gd name="csY0" fmla="*/ 0 h 2339142"/>
                <a:gd name="csX1" fmla="*/ 181832 w 1359167"/>
                <a:gd name="csY1" fmla="*/ 64963 h 2339142"/>
                <a:gd name="csX2" fmla="*/ 1256039 w 1359167"/>
                <a:gd name="csY2" fmla="*/ 895326 h 2339142"/>
                <a:gd name="csX3" fmla="*/ 1359167 w 1359167"/>
                <a:gd name="csY3" fmla="*/ 1045764 h 2339142"/>
                <a:gd name="csX4" fmla="*/ 479417 w 1359167"/>
                <a:gd name="csY4" fmla="*/ 2339142 h 2339142"/>
                <a:gd name="csX5" fmla="*/ 0 w 1359167"/>
                <a:gd name="csY5" fmla="*/ 0 h 233914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359167" h="2339142">
                  <a:moveTo>
                    <a:pt x="0" y="0"/>
                  </a:moveTo>
                  <a:lnTo>
                    <a:pt x="181832" y="64963"/>
                  </a:lnTo>
                  <a:cubicBezTo>
                    <a:pt x="611723" y="238345"/>
                    <a:pt x="982657" y="528058"/>
                    <a:pt x="1256039" y="895326"/>
                  </a:cubicBezTo>
                  <a:lnTo>
                    <a:pt x="1359167" y="1045764"/>
                  </a:lnTo>
                  <a:lnTo>
                    <a:pt x="479417" y="233914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1">
                <a:lumMod val="95000"/>
                <a:lumOff val="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0" name="TextBox 19">
            <a:extLst>
              <a:ext uri="{FF2B5EF4-FFF2-40B4-BE49-F238E27FC236}">
                <a16:creationId xmlns:a16="http://schemas.microsoft.com/office/drawing/2014/main" id="{F80BDE2F-175E-2EB4-9A5F-8262300C9F29}"/>
              </a:ext>
            </a:extLst>
          </p:cNvPr>
          <p:cNvSpPr txBox="1"/>
          <p:nvPr/>
        </p:nvSpPr>
        <p:spPr>
          <a:xfrm>
            <a:off x="1720645" y="2159434"/>
            <a:ext cx="7838275" cy="20621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Blip>
                <a:blip r:embed="rId2"/>
              </a:buBlip>
            </a:pPr>
            <a:r>
              <a:rPr lang="en-US" sz="3200" dirty="0">
                <a:latin typeface="Univers Condensed" panose="020B0506020202050204" pitchFamily="34" charset="0"/>
              </a:rPr>
              <a:t>Tax Variables</a:t>
            </a:r>
          </a:p>
          <a:p>
            <a:pPr marL="742950" lvl="1" indent="-285750">
              <a:buBlip>
                <a:blip r:embed="rId2"/>
              </a:buBlip>
            </a:pPr>
            <a:r>
              <a:rPr lang="en-US" sz="3200" dirty="0">
                <a:latin typeface="Univers Condensed" panose="020B0506020202050204" pitchFamily="34" charset="0"/>
              </a:rPr>
              <a:t>Remove Commas and Currency Symbols</a:t>
            </a:r>
          </a:p>
          <a:p>
            <a:pPr marL="285750" indent="-285750">
              <a:buBlip>
                <a:blip r:embed="rId2"/>
              </a:buBlip>
            </a:pPr>
            <a:r>
              <a:rPr lang="en-US" sz="3200" dirty="0">
                <a:latin typeface="Univers Condensed" panose="020B0506020202050204" pitchFamily="34" charset="0"/>
              </a:rPr>
              <a:t>Outlier Filtering</a:t>
            </a:r>
          </a:p>
          <a:p>
            <a:pPr marL="285750" indent="-285750">
              <a:buBlip>
                <a:blip r:embed="rId2"/>
              </a:buBlip>
            </a:pPr>
            <a:r>
              <a:rPr lang="en-US" sz="3200" dirty="0">
                <a:latin typeface="Univers Condensed" panose="020B0506020202050204" pitchFamily="34" charset="0"/>
              </a:rPr>
              <a:t>Violation Tallying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D8EAA183-7C59-6C8F-7C11-607E6ECCD2FD}"/>
              </a:ext>
            </a:extLst>
          </p:cNvPr>
          <p:cNvSpPr txBox="1"/>
          <p:nvPr/>
        </p:nvSpPr>
        <p:spPr>
          <a:xfrm>
            <a:off x="1562100" y="241300"/>
            <a:ext cx="8585199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i="1" dirty="0">
                <a:latin typeface="Univers 75 Black" pitchFamily="50" charset="0"/>
              </a:rPr>
              <a:t>Cleaning Summary</a:t>
            </a:r>
          </a:p>
        </p:txBody>
      </p: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D5BF1349-9EFD-B5ED-3717-21429E090FAD}"/>
              </a:ext>
            </a:extLst>
          </p:cNvPr>
          <p:cNvCxnSpPr>
            <a:cxnSpLocks/>
          </p:cNvCxnSpPr>
          <p:nvPr/>
        </p:nvCxnSpPr>
        <p:spPr>
          <a:xfrm>
            <a:off x="10878087" y="-185245"/>
            <a:ext cx="0" cy="7167705"/>
          </a:xfrm>
          <a:prstGeom prst="line">
            <a:avLst/>
          </a:prstGeom>
          <a:ln w="50800" cap="rnd">
            <a:solidFill>
              <a:schemeClr val="accent2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E776E542-468D-9768-82F5-874E4EF09392}"/>
              </a:ext>
            </a:extLst>
          </p:cNvPr>
          <p:cNvCxnSpPr>
            <a:cxnSpLocks/>
          </p:cNvCxnSpPr>
          <p:nvPr/>
        </p:nvCxnSpPr>
        <p:spPr>
          <a:xfrm>
            <a:off x="11462812" y="-107278"/>
            <a:ext cx="0" cy="7020560"/>
          </a:xfrm>
          <a:prstGeom prst="line">
            <a:avLst/>
          </a:prstGeom>
          <a:ln w="50800" cap="rnd">
            <a:solidFill>
              <a:schemeClr val="accent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2" name="3D Model 1">
                <a:extLst>
                  <a:ext uri="{FF2B5EF4-FFF2-40B4-BE49-F238E27FC236}">
                    <a16:creationId xmlns:a16="http://schemas.microsoft.com/office/drawing/2014/main" id="{B517E240-A750-60F9-A779-B14226BA8853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1555066070"/>
                  </p:ext>
                </p:extLst>
              </p:nvPr>
            </p:nvGraphicFramePr>
            <p:xfrm>
              <a:off x="7986658" y="2247850"/>
              <a:ext cx="2760240" cy="4549639"/>
            </p:xfrm>
            <a:graphic>
              <a:graphicData uri="http://schemas.microsoft.com/office/drawing/2017/model3d">
                <am3d:model3d r:embed="rId3">
                  <am3d:spPr>
                    <a:xfrm>
                      <a:off x="0" y="0"/>
                      <a:ext cx="2760240" cy="4549639"/>
                    </a:xfrm>
                    <a:prstGeom prst="rect">
                      <a:avLst/>
                    </a:prstGeom>
                  </am3d:spPr>
                  <am3d:camera>
                    <am3d:pos x="0" y="0" z="59597328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32456" d="1000000"/>
                    <am3d:preTrans dx="0" dy="0" dz="-18039143"/>
                    <am3d:scale>
                      <am3d:sx n="1000000" d="1000000"/>
                      <am3d:sy n="1000000" d="1000000"/>
                      <am3d:sz n="1000000" d="1000000"/>
                    </am3d:scale>
                    <am3d:rot ax="251690" ay="-1631854" az="-115201"/>
                    <am3d:postTrans dx="0" dy="0" dz="0"/>
                  </am3d:trans>
                  <am3d:raster rName="Office3DRenderer" rVer="16.0.8326">
                    <am3d:blip r:embed="rId4"/>
                  </am3d:raster>
                  <am3d:objViewport viewportSz="5311082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2" name="3D Model 1">
                <a:extLst>
                  <a:ext uri="{FF2B5EF4-FFF2-40B4-BE49-F238E27FC236}">
                    <a16:creationId xmlns:a16="http://schemas.microsoft.com/office/drawing/2014/main" id="{B517E240-A750-60F9-A779-B14226BA8853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7986658" y="2247850"/>
                <a:ext cx="2760240" cy="4549639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811527583"/>
      </p:ext>
    </p:extLst>
  </p:cSld>
  <p:clrMapOvr>
    <a:masterClrMapping/>
  </p:clrMapOvr>
  <p:transition spd="slow">
    <p:wip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8" presetClass="emph" presetSubtype="0" repeatCount="indefinite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Rot by="21600000">
                                      <p:cBhvr>
                                        <p:cTn id="6" dur="47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4" name="3D Model 3">
                <a:hlinkClick r:id="rId2"/>
                <a:extLst>
                  <a:ext uri="{FF2B5EF4-FFF2-40B4-BE49-F238E27FC236}">
                    <a16:creationId xmlns:a16="http://schemas.microsoft.com/office/drawing/2014/main" id="{263BA01E-7FF7-2D48-3C36-A694F940D08C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4160095207"/>
                  </p:ext>
                </p:extLst>
              </p:nvPr>
            </p:nvGraphicFramePr>
            <p:xfrm>
              <a:off x="5224517" y="1544756"/>
              <a:ext cx="1742964" cy="3819281"/>
            </p:xfrm>
            <a:graphic>
              <a:graphicData uri="http://schemas.microsoft.com/office/drawing/2017/model3d">
                <am3d:model3d r:embed="rId3">
                  <am3d:spPr>
                    <a:xfrm>
                      <a:off x="0" y="0"/>
                      <a:ext cx="1742964" cy="3819281"/>
                    </a:xfrm>
                    <a:prstGeom prst="rect">
                      <a:avLst/>
                    </a:prstGeom>
                    <a:effectLst>
                      <a:outerShdw blurRad="50800" dist="114300" dir="16200000" rotWithShape="0">
                        <a:prstClr val="black">
                          <a:alpha val="40000"/>
                        </a:prstClr>
                      </a:outerShdw>
                    </a:effectLst>
                  </am3d:spPr>
                  <am3d:camera>
                    <am3d:pos x="0" y="0" z="58140347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21406" d="1000000"/>
                    <am3d:preTrans dx="0" dy="0" dz="-18000002"/>
                    <am3d:scale>
                      <am3d:sx n="1000000" d="1000000"/>
                      <am3d:sy n="1000000" d="1000000"/>
                      <am3d:sz n="1000000" d="1000000"/>
                    </am3d:scale>
                    <am3d:rot ax="3461710" ay="9115" az="14409"/>
                    <am3d:postTrans dx="0" dy="0" dz="0"/>
                  </am3d:trans>
                  <am3d:raster rName="Office3DRenderer" rVer="16.0.8326">
                    <am3d:blip r:embed="rId4"/>
                  </am3d:raster>
                  <am3d:objViewport viewportSz="5362232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4" name="3D Model 3">
                <a:hlinkClick r:id="rId2"/>
                <a:extLst>
                  <a:ext uri="{FF2B5EF4-FFF2-40B4-BE49-F238E27FC236}">
                    <a16:creationId xmlns:a16="http://schemas.microsoft.com/office/drawing/2014/main" id="{263BA01E-7FF7-2D48-3C36-A694F940D08C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5224517" y="1544756"/>
                <a:ext cx="1742964" cy="3819281"/>
              </a:xfrm>
              <a:prstGeom prst="rect">
                <a:avLst/>
              </a:prstGeom>
              <a:effectLst>
                <a:outerShdw blurRad="50800" dist="114300" dir="16200000" rotWithShape="0">
                  <a:prstClr val="black">
                    <a:alpha val="40000"/>
                  </a:prstClr>
                </a:outerShdw>
              </a:effectLst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7288065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circle/>
      </p:transition>
    </mc:Choice>
    <mc:Fallback xmlns="">
      <p:transition spd="slow">
        <p:circl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7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25ABD57-9CD0-9F64-003A-DF515CCC67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BE911FF2-F3AD-E03D-0D9D-0006E760E3DA}"/>
              </a:ext>
            </a:extLst>
          </p:cNvPr>
          <p:cNvSpPr txBox="1"/>
          <p:nvPr/>
        </p:nvSpPr>
        <p:spPr>
          <a:xfrm>
            <a:off x="304800" y="-88490"/>
            <a:ext cx="1415845" cy="18620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500" dirty="0">
                <a:latin typeface="Univers LT Std 49 Light UltraCn" panose="020B0406020202060204" pitchFamily="34" charset="0"/>
              </a:rPr>
              <a:t>04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C12E27B6-348B-81F0-C10E-99771EF0AD9E}"/>
              </a:ext>
            </a:extLst>
          </p:cNvPr>
          <p:cNvGrpSpPr/>
          <p:nvPr/>
        </p:nvGrpSpPr>
        <p:grpSpPr>
          <a:xfrm>
            <a:off x="-89229" y="5575300"/>
            <a:ext cx="1415841" cy="1282700"/>
            <a:chOff x="-319194" y="875071"/>
            <a:chExt cx="5673854" cy="5222253"/>
          </a:xfrm>
        </p:grpSpPr>
        <p:sp>
          <p:nvSpPr>
            <p:cNvPr id="8" name="Freeform: Shape 7">
              <a:extLst>
                <a:ext uri="{FF2B5EF4-FFF2-40B4-BE49-F238E27FC236}">
                  <a16:creationId xmlns:a16="http://schemas.microsoft.com/office/drawing/2014/main" id="{E0366231-7339-D9A5-BFCA-BA0082A7E752}"/>
                </a:ext>
              </a:extLst>
            </p:cNvPr>
            <p:cNvSpPr/>
            <p:nvPr/>
          </p:nvSpPr>
          <p:spPr>
            <a:xfrm rot="14972103">
              <a:off x="3428663" y="2358160"/>
              <a:ext cx="1736786" cy="2115209"/>
            </a:xfrm>
            <a:custGeom>
              <a:avLst/>
              <a:gdLst>
                <a:gd name="csX0" fmla="*/ 1736786 w 1736786"/>
                <a:gd name="csY0" fmla="*/ 2096733 h 2115209"/>
                <a:gd name="csX1" fmla="*/ 1611225 w 1736786"/>
                <a:gd name="csY1" fmla="*/ 2109550 h 2115209"/>
                <a:gd name="csX2" fmla="*/ 560096 w 1736786"/>
                <a:gd name="csY2" fmla="*/ 1955056 h 2115209"/>
                <a:gd name="csX3" fmla="*/ 102871 w 1736786"/>
                <a:gd name="csY3" fmla="*/ 1730125 h 2115209"/>
                <a:gd name="csX4" fmla="*/ 0 w 1736786"/>
                <a:gd name="csY4" fmla="*/ 1658574 h 2115209"/>
                <a:gd name="csX5" fmla="*/ 236839 w 1736786"/>
                <a:gd name="csY5" fmla="*/ 0 h 2115209"/>
                <a:gd name="csX6" fmla="*/ 1736786 w 1736786"/>
                <a:gd name="csY6" fmla="*/ 2096733 h 211520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1736786" h="2115209">
                  <a:moveTo>
                    <a:pt x="1736786" y="2096733"/>
                  </a:moveTo>
                  <a:lnTo>
                    <a:pt x="1611225" y="2109550"/>
                  </a:lnTo>
                  <a:cubicBezTo>
                    <a:pt x="1264519" y="2132887"/>
                    <a:pt x="907137" y="2084567"/>
                    <a:pt x="560096" y="1955056"/>
                  </a:cubicBezTo>
                  <a:cubicBezTo>
                    <a:pt x="397381" y="1894332"/>
                    <a:pt x="244642" y="1818635"/>
                    <a:pt x="102871" y="1730125"/>
                  </a:cubicBezTo>
                  <a:lnTo>
                    <a:pt x="0" y="1658574"/>
                  </a:lnTo>
                  <a:lnTo>
                    <a:pt x="236839" y="0"/>
                  </a:lnTo>
                  <a:lnTo>
                    <a:pt x="1736786" y="2096733"/>
                  </a:lnTo>
                  <a:close/>
                </a:path>
              </a:pathLst>
            </a:custGeom>
            <a:solidFill>
              <a:schemeClr val="tx1">
                <a:lumMod val="95000"/>
                <a:lumOff val="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2343AE7C-AB62-0BFD-7408-253ACF168B36}"/>
                </a:ext>
              </a:extLst>
            </p:cNvPr>
            <p:cNvSpPr/>
            <p:nvPr/>
          </p:nvSpPr>
          <p:spPr>
            <a:xfrm rot="14972103">
              <a:off x="3288052" y="3619483"/>
              <a:ext cx="1303863" cy="2588806"/>
            </a:xfrm>
            <a:custGeom>
              <a:avLst/>
              <a:gdLst>
                <a:gd name="csX0" fmla="*/ 848218 w 1303863"/>
                <a:gd name="csY0" fmla="*/ 2588806 h 2588806"/>
                <a:gd name="csX1" fmla="*/ 807458 w 1303863"/>
                <a:gd name="csY1" fmla="*/ 2554658 h 2588806"/>
                <a:gd name="csX2" fmla="*/ 3919 w 1303863"/>
                <a:gd name="csY2" fmla="*/ 1018961 h 2588806"/>
                <a:gd name="csX3" fmla="*/ 0 w 1303863"/>
                <a:gd name="csY3" fmla="*/ 975803 h 2588806"/>
                <a:gd name="csX4" fmla="*/ 1303863 w 1303863"/>
                <a:gd name="csY4" fmla="*/ 0 h 2588806"/>
                <a:gd name="csX5" fmla="*/ 848218 w 1303863"/>
                <a:gd name="csY5" fmla="*/ 2588806 h 258880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303863" h="2588806">
                  <a:moveTo>
                    <a:pt x="848218" y="2588806"/>
                  </a:moveTo>
                  <a:lnTo>
                    <a:pt x="807458" y="2554658"/>
                  </a:lnTo>
                  <a:cubicBezTo>
                    <a:pt x="364777" y="2152628"/>
                    <a:pt x="80754" y="1605508"/>
                    <a:pt x="3919" y="1018961"/>
                  </a:cubicBezTo>
                  <a:lnTo>
                    <a:pt x="0" y="975803"/>
                  </a:lnTo>
                  <a:lnTo>
                    <a:pt x="1303863" y="0"/>
                  </a:lnTo>
                  <a:lnTo>
                    <a:pt x="848218" y="2588806"/>
                  </a:lnTo>
                  <a:close/>
                </a:path>
              </a:pathLst>
            </a:custGeom>
            <a:solidFill>
              <a:schemeClr val="tx1">
                <a:lumMod val="95000"/>
                <a:lumOff val="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9B888348-4261-BD5C-BE56-1383B8841561}"/>
                </a:ext>
              </a:extLst>
            </p:cNvPr>
            <p:cNvSpPr/>
            <p:nvPr/>
          </p:nvSpPr>
          <p:spPr>
            <a:xfrm rot="14972103">
              <a:off x="1493424" y="4241335"/>
              <a:ext cx="1999706" cy="1712272"/>
            </a:xfrm>
            <a:custGeom>
              <a:avLst/>
              <a:gdLst>
                <a:gd name="csX0" fmla="*/ 1999706 w 1999706"/>
                <a:gd name="csY0" fmla="*/ 247842 h 1712272"/>
                <a:gd name="csX1" fmla="*/ 95 w 1999706"/>
                <a:gd name="csY1" fmla="*/ 1712272 h 1712272"/>
                <a:gd name="csX2" fmla="*/ 0 w 1999706"/>
                <a:gd name="csY2" fmla="*/ 1554628 h 1712272"/>
                <a:gd name="csX3" fmla="*/ 154980 w 1999706"/>
                <a:gd name="csY3" fmla="*/ 805925 h 1712272"/>
                <a:gd name="csX4" fmla="*/ 521289 w 1999706"/>
                <a:gd name="csY4" fmla="*/ 147845 h 1712272"/>
                <a:gd name="csX5" fmla="*/ 648252 w 1999706"/>
                <a:gd name="csY5" fmla="*/ 0 h 1712272"/>
                <a:gd name="csX6" fmla="*/ 1999706 w 1999706"/>
                <a:gd name="csY6" fmla="*/ 247842 h 171227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1999706" h="1712272">
                  <a:moveTo>
                    <a:pt x="1999706" y="247842"/>
                  </a:moveTo>
                  <a:lnTo>
                    <a:pt x="95" y="1712272"/>
                  </a:lnTo>
                  <a:lnTo>
                    <a:pt x="0" y="1554628"/>
                  </a:lnTo>
                  <a:cubicBezTo>
                    <a:pt x="12413" y="1304772"/>
                    <a:pt x="62903" y="1052657"/>
                    <a:pt x="154980" y="805925"/>
                  </a:cubicBezTo>
                  <a:cubicBezTo>
                    <a:pt x="245640" y="562990"/>
                    <a:pt x="370180" y="342524"/>
                    <a:pt x="521289" y="147845"/>
                  </a:cubicBezTo>
                  <a:lnTo>
                    <a:pt x="648252" y="0"/>
                  </a:lnTo>
                  <a:lnTo>
                    <a:pt x="1999706" y="247842"/>
                  </a:lnTo>
                  <a:close/>
                </a:path>
              </a:pathLst>
            </a:custGeom>
            <a:solidFill>
              <a:schemeClr val="tx1">
                <a:lumMod val="95000"/>
                <a:lumOff val="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F598E6AC-E706-3A76-DC01-A81FF3AB5C05}"/>
                </a:ext>
              </a:extLst>
            </p:cNvPr>
            <p:cNvSpPr/>
            <p:nvPr/>
          </p:nvSpPr>
          <p:spPr>
            <a:xfrm>
              <a:off x="427049" y="3315784"/>
              <a:ext cx="1169594" cy="2312748"/>
            </a:xfrm>
            <a:custGeom>
              <a:avLst/>
              <a:gdLst>
                <a:gd name="csX0" fmla="*/ 682686 w 1169594"/>
                <a:gd name="csY0" fmla="*/ 0 h 2312748"/>
                <a:gd name="csX1" fmla="*/ 1169594 w 1169594"/>
                <a:gd name="csY1" fmla="*/ 2312748 h 2312748"/>
                <a:gd name="csX2" fmla="*/ 1016155 w 1169594"/>
                <a:gd name="csY2" fmla="*/ 2226579 h 2312748"/>
                <a:gd name="csX3" fmla="*/ 57482 w 1169594"/>
                <a:gd name="csY3" fmla="*/ 1165723 h 2312748"/>
                <a:gd name="csX4" fmla="*/ 0 w 1169594"/>
                <a:gd name="csY4" fmla="*/ 1033689 h 2312748"/>
                <a:gd name="csX5" fmla="*/ 682686 w 1169594"/>
                <a:gd name="csY5" fmla="*/ 0 h 231274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169594" h="2312748">
                  <a:moveTo>
                    <a:pt x="682686" y="0"/>
                  </a:moveTo>
                  <a:lnTo>
                    <a:pt x="1169594" y="2312748"/>
                  </a:lnTo>
                  <a:lnTo>
                    <a:pt x="1016155" y="2226579"/>
                  </a:lnTo>
                  <a:cubicBezTo>
                    <a:pt x="603136" y="1974448"/>
                    <a:pt x="268475" y="1605654"/>
                    <a:pt x="57482" y="1165723"/>
                  </a:cubicBezTo>
                  <a:lnTo>
                    <a:pt x="0" y="1033689"/>
                  </a:lnTo>
                  <a:lnTo>
                    <a:pt x="682686" y="0"/>
                  </a:lnTo>
                  <a:close/>
                </a:path>
              </a:pathLst>
            </a:custGeom>
            <a:solidFill>
              <a:schemeClr val="tx1">
                <a:lumMod val="95000"/>
                <a:lumOff val="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102CDECC-857F-3D9E-BFBB-C9ED676B1951}"/>
                </a:ext>
              </a:extLst>
            </p:cNvPr>
            <p:cNvSpPr/>
            <p:nvPr/>
          </p:nvSpPr>
          <p:spPr>
            <a:xfrm rot="2781523">
              <a:off x="169204" y="1973761"/>
              <a:ext cx="1107611" cy="2084407"/>
            </a:xfrm>
            <a:custGeom>
              <a:avLst/>
              <a:gdLst>
                <a:gd name="csX0" fmla="*/ 652320 w 1107611"/>
                <a:gd name="csY0" fmla="*/ 0 h 2084407"/>
                <a:gd name="csX1" fmla="*/ 1107611 w 1107611"/>
                <a:gd name="csY1" fmla="*/ 2084407 h 2084407"/>
                <a:gd name="csX2" fmla="*/ 1067780 w 1107611"/>
                <a:gd name="csY2" fmla="*/ 2065954 h 2084407"/>
                <a:gd name="csX3" fmla="*/ 490085 w 1107611"/>
                <a:gd name="csY3" fmla="*/ 1652183 h 2084407"/>
                <a:gd name="csX4" fmla="*/ 26392 w 1107611"/>
                <a:gd name="csY4" fmla="*/ 1054415 h 2084407"/>
                <a:gd name="csX5" fmla="*/ 0 w 1107611"/>
                <a:gd name="csY5" fmla="*/ 1001113 h 2084407"/>
                <a:gd name="csX6" fmla="*/ 652320 w 1107611"/>
                <a:gd name="csY6" fmla="*/ 0 h 208440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1107611" h="2084407">
                  <a:moveTo>
                    <a:pt x="652320" y="0"/>
                  </a:moveTo>
                  <a:lnTo>
                    <a:pt x="1107611" y="2084407"/>
                  </a:lnTo>
                  <a:lnTo>
                    <a:pt x="1067780" y="2065954"/>
                  </a:lnTo>
                  <a:cubicBezTo>
                    <a:pt x="861600" y="1958614"/>
                    <a:pt x="666831" y="1820738"/>
                    <a:pt x="490085" y="1652183"/>
                  </a:cubicBezTo>
                  <a:cubicBezTo>
                    <a:pt x="301558" y="1472391"/>
                    <a:pt x="146923" y="1270459"/>
                    <a:pt x="26392" y="1054415"/>
                  </a:cubicBezTo>
                  <a:lnTo>
                    <a:pt x="0" y="1001113"/>
                  </a:lnTo>
                  <a:lnTo>
                    <a:pt x="652320" y="0"/>
                  </a:lnTo>
                  <a:close/>
                </a:path>
              </a:pathLst>
            </a:custGeom>
            <a:solidFill>
              <a:schemeClr val="tx1">
                <a:lumMod val="95000"/>
                <a:lumOff val="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23FF7C86-456D-35D5-D7D8-1E74DB9C93C0}"/>
                </a:ext>
              </a:extLst>
            </p:cNvPr>
            <p:cNvSpPr/>
            <p:nvPr/>
          </p:nvSpPr>
          <p:spPr>
            <a:xfrm>
              <a:off x="465794" y="1206930"/>
              <a:ext cx="2109701" cy="1139151"/>
            </a:xfrm>
            <a:custGeom>
              <a:avLst/>
              <a:gdLst>
                <a:gd name="csX0" fmla="*/ 1036038 w 2109701"/>
                <a:gd name="csY0" fmla="*/ 0 h 1139151"/>
                <a:gd name="csX1" fmla="*/ 2109701 w 2109701"/>
                <a:gd name="csY1" fmla="*/ 723115 h 1139151"/>
                <a:gd name="csX2" fmla="*/ 0 w 2109701"/>
                <a:gd name="csY2" fmla="*/ 1139151 h 1139151"/>
                <a:gd name="csX3" fmla="*/ 74038 w 2109701"/>
                <a:gd name="csY3" fmla="*/ 984737 h 1139151"/>
                <a:gd name="csX4" fmla="*/ 875816 w 2109701"/>
                <a:gd name="csY4" fmla="*/ 97792 h 1139151"/>
                <a:gd name="csX5" fmla="*/ 1036038 w 2109701"/>
                <a:gd name="csY5" fmla="*/ 0 h 113915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109701" h="1139151">
                  <a:moveTo>
                    <a:pt x="1036038" y="0"/>
                  </a:moveTo>
                  <a:lnTo>
                    <a:pt x="2109701" y="723115"/>
                  </a:lnTo>
                  <a:lnTo>
                    <a:pt x="0" y="1139151"/>
                  </a:lnTo>
                  <a:lnTo>
                    <a:pt x="74038" y="984737"/>
                  </a:lnTo>
                  <a:cubicBezTo>
                    <a:pt x="266779" y="628272"/>
                    <a:pt x="542779" y="323842"/>
                    <a:pt x="875816" y="97792"/>
                  </a:cubicBezTo>
                  <a:lnTo>
                    <a:pt x="1036038" y="0"/>
                  </a:lnTo>
                  <a:close/>
                </a:path>
              </a:pathLst>
            </a:custGeom>
            <a:solidFill>
              <a:schemeClr val="tx1">
                <a:lumMod val="95000"/>
                <a:lumOff val="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993D8689-449D-3764-478F-D0D9C8969FF1}"/>
                </a:ext>
              </a:extLst>
            </p:cNvPr>
            <p:cNvSpPr/>
            <p:nvPr/>
          </p:nvSpPr>
          <p:spPr>
            <a:xfrm>
              <a:off x="1690584" y="875071"/>
              <a:ext cx="1863119" cy="1492799"/>
            </a:xfrm>
            <a:custGeom>
              <a:avLst/>
              <a:gdLst>
                <a:gd name="csX0" fmla="*/ 1051050 w 1863119"/>
                <a:gd name="csY0" fmla="*/ 0 h 1492799"/>
                <a:gd name="csX1" fmla="*/ 1555698 w 1863119"/>
                <a:gd name="csY1" fmla="*/ 51111 h 1492799"/>
                <a:gd name="csX2" fmla="*/ 1590963 w 1863119"/>
                <a:gd name="csY2" fmla="*/ 60221 h 1492799"/>
                <a:gd name="csX3" fmla="*/ 1863119 w 1863119"/>
                <a:gd name="csY3" fmla="*/ 1492799 h 1492799"/>
                <a:gd name="csX4" fmla="*/ 0 w 1863119"/>
                <a:gd name="csY4" fmla="*/ 231931 h 1492799"/>
                <a:gd name="csX5" fmla="*/ 132888 w 1863119"/>
                <a:gd name="csY5" fmla="*/ 174501 h 1492799"/>
                <a:gd name="csX6" fmla="*/ 1051050 w 1863119"/>
                <a:gd name="csY6" fmla="*/ 0 h 149279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1863119" h="1492799">
                  <a:moveTo>
                    <a:pt x="1051050" y="0"/>
                  </a:moveTo>
                  <a:cubicBezTo>
                    <a:pt x="1223917" y="0"/>
                    <a:pt x="1392692" y="17599"/>
                    <a:pt x="1555698" y="51111"/>
                  </a:cubicBezTo>
                  <a:lnTo>
                    <a:pt x="1590963" y="60221"/>
                  </a:lnTo>
                  <a:lnTo>
                    <a:pt x="1863119" y="1492799"/>
                  </a:lnTo>
                  <a:lnTo>
                    <a:pt x="0" y="231931"/>
                  </a:lnTo>
                  <a:lnTo>
                    <a:pt x="132888" y="174501"/>
                  </a:lnTo>
                  <a:cubicBezTo>
                    <a:pt x="417183" y="61872"/>
                    <a:pt x="726925" y="0"/>
                    <a:pt x="1051050" y="0"/>
                  </a:cubicBezTo>
                  <a:close/>
                </a:path>
              </a:pathLst>
            </a:custGeom>
            <a:solidFill>
              <a:schemeClr val="tx1">
                <a:lumMod val="95000"/>
                <a:lumOff val="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EADE8DD4-4DFA-E03B-8460-9E3B642C952C}"/>
                </a:ext>
              </a:extLst>
            </p:cNvPr>
            <p:cNvSpPr/>
            <p:nvPr/>
          </p:nvSpPr>
          <p:spPr>
            <a:xfrm>
              <a:off x="3492158" y="990283"/>
              <a:ext cx="1359167" cy="2339142"/>
            </a:xfrm>
            <a:custGeom>
              <a:avLst/>
              <a:gdLst>
                <a:gd name="csX0" fmla="*/ 0 w 1359167"/>
                <a:gd name="csY0" fmla="*/ 0 h 2339142"/>
                <a:gd name="csX1" fmla="*/ 181832 w 1359167"/>
                <a:gd name="csY1" fmla="*/ 64963 h 2339142"/>
                <a:gd name="csX2" fmla="*/ 1256039 w 1359167"/>
                <a:gd name="csY2" fmla="*/ 895326 h 2339142"/>
                <a:gd name="csX3" fmla="*/ 1359167 w 1359167"/>
                <a:gd name="csY3" fmla="*/ 1045764 h 2339142"/>
                <a:gd name="csX4" fmla="*/ 479417 w 1359167"/>
                <a:gd name="csY4" fmla="*/ 2339142 h 2339142"/>
                <a:gd name="csX5" fmla="*/ 0 w 1359167"/>
                <a:gd name="csY5" fmla="*/ 0 h 233914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359167" h="2339142">
                  <a:moveTo>
                    <a:pt x="0" y="0"/>
                  </a:moveTo>
                  <a:lnTo>
                    <a:pt x="181832" y="64963"/>
                  </a:lnTo>
                  <a:cubicBezTo>
                    <a:pt x="611723" y="238345"/>
                    <a:pt x="982657" y="528058"/>
                    <a:pt x="1256039" y="895326"/>
                  </a:cubicBezTo>
                  <a:lnTo>
                    <a:pt x="1359167" y="1045764"/>
                  </a:lnTo>
                  <a:lnTo>
                    <a:pt x="479417" y="233914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1">
                <a:lumMod val="95000"/>
                <a:lumOff val="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0" name="TextBox 19">
            <a:extLst>
              <a:ext uri="{FF2B5EF4-FFF2-40B4-BE49-F238E27FC236}">
                <a16:creationId xmlns:a16="http://schemas.microsoft.com/office/drawing/2014/main" id="{84B2CEB3-BF08-2638-6CF2-79DF7C869A86}"/>
              </a:ext>
            </a:extLst>
          </p:cNvPr>
          <p:cNvSpPr txBox="1"/>
          <p:nvPr/>
        </p:nvSpPr>
        <p:spPr>
          <a:xfrm>
            <a:off x="1720645" y="2159434"/>
            <a:ext cx="7838275" cy="40318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Blip>
                <a:blip r:embed="rId2"/>
              </a:buBlip>
            </a:pPr>
            <a:r>
              <a:rPr lang="en-US" sz="3200" dirty="0">
                <a:latin typeface="Univers Condensed" panose="020B0506020202050204" pitchFamily="34" charset="0"/>
              </a:rPr>
              <a:t>Difficulties</a:t>
            </a:r>
          </a:p>
          <a:p>
            <a:pPr marL="742950" lvl="1" indent="-285750">
              <a:buBlip>
                <a:blip r:embed="rId2"/>
              </a:buBlip>
            </a:pPr>
            <a:r>
              <a:rPr lang="en-US" sz="3200" dirty="0">
                <a:latin typeface="Univers Condensed" panose="020B0506020202050204" pitchFamily="34" charset="0"/>
              </a:rPr>
              <a:t>Engineering Questions</a:t>
            </a:r>
          </a:p>
          <a:p>
            <a:pPr marL="742950" lvl="1" indent="-285750">
              <a:buBlip>
                <a:blip r:embed="rId2"/>
              </a:buBlip>
            </a:pPr>
            <a:r>
              <a:rPr lang="en-US" sz="3200" dirty="0">
                <a:latin typeface="Univers Condensed" panose="020B0506020202050204" pitchFamily="34" charset="0"/>
              </a:rPr>
              <a:t>Optimizing Visualizations</a:t>
            </a:r>
          </a:p>
          <a:p>
            <a:pPr marL="285750" indent="-285750">
              <a:buBlip>
                <a:blip r:embed="rId2"/>
              </a:buBlip>
            </a:pPr>
            <a:r>
              <a:rPr lang="en-US" sz="3200" dirty="0">
                <a:latin typeface="Univers Condensed" panose="020B0506020202050204" pitchFamily="34" charset="0"/>
              </a:rPr>
              <a:t>Rewarding</a:t>
            </a:r>
          </a:p>
          <a:p>
            <a:pPr marL="742950" lvl="1" indent="-285750">
              <a:buBlip>
                <a:blip r:embed="rId2"/>
              </a:buBlip>
            </a:pPr>
            <a:r>
              <a:rPr lang="en-US" sz="3200" dirty="0">
                <a:latin typeface="Univers Condensed" panose="020B0506020202050204" pitchFamily="34" charset="0"/>
              </a:rPr>
              <a:t>Learning PowerPoint</a:t>
            </a:r>
          </a:p>
          <a:p>
            <a:pPr marL="742950" lvl="1" indent="-285750">
              <a:buBlip>
                <a:blip r:embed="rId2"/>
              </a:buBlip>
            </a:pPr>
            <a:r>
              <a:rPr lang="en-US" sz="3200" dirty="0">
                <a:latin typeface="Univers Condensed" panose="020B0506020202050204" pitchFamily="34" charset="0"/>
              </a:rPr>
              <a:t>Better understanding Tableau</a:t>
            </a:r>
          </a:p>
          <a:p>
            <a:pPr marL="285750" indent="-285750">
              <a:buBlip>
                <a:blip r:embed="rId2"/>
              </a:buBlip>
            </a:pPr>
            <a:r>
              <a:rPr lang="en-US" sz="3200" dirty="0">
                <a:latin typeface="Univers Condensed" panose="020B0506020202050204" pitchFamily="34" charset="0"/>
              </a:rPr>
              <a:t>Recommendations</a:t>
            </a:r>
          </a:p>
          <a:p>
            <a:pPr marL="742950" lvl="1" indent="-285750">
              <a:buBlip>
                <a:blip r:embed="rId2"/>
              </a:buBlip>
            </a:pPr>
            <a:r>
              <a:rPr lang="en-US" sz="3200" dirty="0">
                <a:latin typeface="Univers Condensed" panose="020B0506020202050204" pitchFamily="34" charset="0"/>
              </a:rPr>
              <a:t>Take your own look around! 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D9A4E0AF-804A-8309-A6F4-99F90C69AD98}"/>
              </a:ext>
            </a:extLst>
          </p:cNvPr>
          <p:cNvSpPr txBox="1"/>
          <p:nvPr/>
        </p:nvSpPr>
        <p:spPr>
          <a:xfrm>
            <a:off x="1562100" y="241300"/>
            <a:ext cx="8585199" cy="769441"/>
          </a:xfrm>
          <a:prstGeom prst="rect">
            <a:avLst/>
          </a:prstGeom>
          <a:noFill/>
          <a:effectLst>
            <a:reflection blurRad="6350" stA="50000" endA="300" endPos="55000" dir="5400000" sy="-100000" algn="bl" rotWithShape="0"/>
          </a:effectLst>
        </p:spPr>
        <p:txBody>
          <a:bodyPr wrap="square" rtlCol="0">
            <a:spAutoFit/>
          </a:bodyPr>
          <a:lstStyle/>
          <a:p>
            <a:r>
              <a:rPr lang="en-US" sz="4400" i="1" dirty="0">
                <a:latin typeface="Univers 75 Black" pitchFamily="50" charset="0"/>
              </a:rPr>
              <a:t>Reflection</a:t>
            </a:r>
          </a:p>
        </p:txBody>
      </p: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4EEF01E3-BB91-6DEA-D0F3-01B5164FD530}"/>
              </a:ext>
            </a:extLst>
          </p:cNvPr>
          <p:cNvCxnSpPr>
            <a:cxnSpLocks/>
          </p:cNvCxnSpPr>
          <p:nvPr/>
        </p:nvCxnSpPr>
        <p:spPr>
          <a:xfrm>
            <a:off x="10878087" y="-185245"/>
            <a:ext cx="0" cy="7167705"/>
          </a:xfrm>
          <a:prstGeom prst="line">
            <a:avLst/>
          </a:prstGeom>
          <a:ln w="50800" cap="rnd">
            <a:solidFill>
              <a:schemeClr val="accent2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DD20AD49-7DA0-86A7-50B3-9ABE45729731}"/>
              </a:ext>
            </a:extLst>
          </p:cNvPr>
          <p:cNvCxnSpPr>
            <a:cxnSpLocks/>
          </p:cNvCxnSpPr>
          <p:nvPr/>
        </p:nvCxnSpPr>
        <p:spPr>
          <a:xfrm>
            <a:off x="11462812" y="-107278"/>
            <a:ext cx="0" cy="7020560"/>
          </a:xfrm>
          <a:prstGeom prst="line">
            <a:avLst/>
          </a:prstGeom>
          <a:ln w="50800" cap="rnd">
            <a:solidFill>
              <a:schemeClr val="accent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3491953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600">
        <p:blinds dir="vert"/>
      </p:transition>
    </mc:Choice>
    <mc:Fallback xmlns="">
      <p:transition spd="slow">
        <p:blinds dir="vert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8" presetClass="emph" presetSubtype="0" repeatCount="indefinite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Rot by="21600000">
                                      <p:cBhvr>
                                        <p:cTn id="6" dur="47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7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863A31A-71E1-EC92-FCB6-D0273E0051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4FA2EB23-860A-F9F4-A081-50D7EADFEC7F}"/>
              </a:ext>
            </a:extLst>
          </p:cNvPr>
          <p:cNvSpPr txBox="1"/>
          <p:nvPr/>
        </p:nvSpPr>
        <p:spPr>
          <a:xfrm>
            <a:off x="304800" y="-88490"/>
            <a:ext cx="1415845" cy="18620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500" dirty="0">
                <a:latin typeface="Univers LT Std 49 Light UltraCn" panose="020B0406020202060204" pitchFamily="34" charset="0"/>
              </a:rPr>
              <a:t>05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99FF4D74-AC84-CC2B-DF61-9C06291FAF67}"/>
              </a:ext>
            </a:extLst>
          </p:cNvPr>
          <p:cNvGrpSpPr/>
          <p:nvPr/>
        </p:nvGrpSpPr>
        <p:grpSpPr>
          <a:xfrm>
            <a:off x="-89229" y="5575300"/>
            <a:ext cx="1415841" cy="1282700"/>
            <a:chOff x="-319194" y="875071"/>
            <a:chExt cx="5673854" cy="5222253"/>
          </a:xfrm>
        </p:grpSpPr>
        <p:sp>
          <p:nvSpPr>
            <p:cNvPr id="8" name="Freeform: Shape 7">
              <a:extLst>
                <a:ext uri="{FF2B5EF4-FFF2-40B4-BE49-F238E27FC236}">
                  <a16:creationId xmlns:a16="http://schemas.microsoft.com/office/drawing/2014/main" id="{9F591B9D-5A89-3501-2625-28B8683E28A0}"/>
                </a:ext>
              </a:extLst>
            </p:cNvPr>
            <p:cNvSpPr/>
            <p:nvPr/>
          </p:nvSpPr>
          <p:spPr>
            <a:xfrm rot="14972103">
              <a:off x="3428663" y="2358160"/>
              <a:ext cx="1736786" cy="2115209"/>
            </a:xfrm>
            <a:custGeom>
              <a:avLst/>
              <a:gdLst>
                <a:gd name="csX0" fmla="*/ 1736786 w 1736786"/>
                <a:gd name="csY0" fmla="*/ 2096733 h 2115209"/>
                <a:gd name="csX1" fmla="*/ 1611225 w 1736786"/>
                <a:gd name="csY1" fmla="*/ 2109550 h 2115209"/>
                <a:gd name="csX2" fmla="*/ 560096 w 1736786"/>
                <a:gd name="csY2" fmla="*/ 1955056 h 2115209"/>
                <a:gd name="csX3" fmla="*/ 102871 w 1736786"/>
                <a:gd name="csY3" fmla="*/ 1730125 h 2115209"/>
                <a:gd name="csX4" fmla="*/ 0 w 1736786"/>
                <a:gd name="csY4" fmla="*/ 1658574 h 2115209"/>
                <a:gd name="csX5" fmla="*/ 236839 w 1736786"/>
                <a:gd name="csY5" fmla="*/ 0 h 2115209"/>
                <a:gd name="csX6" fmla="*/ 1736786 w 1736786"/>
                <a:gd name="csY6" fmla="*/ 2096733 h 211520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1736786" h="2115209">
                  <a:moveTo>
                    <a:pt x="1736786" y="2096733"/>
                  </a:moveTo>
                  <a:lnTo>
                    <a:pt x="1611225" y="2109550"/>
                  </a:lnTo>
                  <a:cubicBezTo>
                    <a:pt x="1264519" y="2132887"/>
                    <a:pt x="907137" y="2084567"/>
                    <a:pt x="560096" y="1955056"/>
                  </a:cubicBezTo>
                  <a:cubicBezTo>
                    <a:pt x="397381" y="1894332"/>
                    <a:pt x="244642" y="1818635"/>
                    <a:pt x="102871" y="1730125"/>
                  </a:cubicBezTo>
                  <a:lnTo>
                    <a:pt x="0" y="1658574"/>
                  </a:lnTo>
                  <a:lnTo>
                    <a:pt x="236839" y="0"/>
                  </a:lnTo>
                  <a:lnTo>
                    <a:pt x="1736786" y="2096733"/>
                  </a:lnTo>
                  <a:close/>
                </a:path>
              </a:pathLst>
            </a:custGeom>
            <a:solidFill>
              <a:schemeClr val="tx1">
                <a:lumMod val="95000"/>
                <a:lumOff val="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3F20A3A0-BEFC-E19A-0EE0-1E4AED5ABA5C}"/>
                </a:ext>
              </a:extLst>
            </p:cNvPr>
            <p:cNvSpPr/>
            <p:nvPr/>
          </p:nvSpPr>
          <p:spPr>
            <a:xfrm rot="14972103">
              <a:off x="3288052" y="3619483"/>
              <a:ext cx="1303863" cy="2588806"/>
            </a:xfrm>
            <a:custGeom>
              <a:avLst/>
              <a:gdLst>
                <a:gd name="csX0" fmla="*/ 848218 w 1303863"/>
                <a:gd name="csY0" fmla="*/ 2588806 h 2588806"/>
                <a:gd name="csX1" fmla="*/ 807458 w 1303863"/>
                <a:gd name="csY1" fmla="*/ 2554658 h 2588806"/>
                <a:gd name="csX2" fmla="*/ 3919 w 1303863"/>
                <a:gd name="csY2" fmla="*/ 1018961 h 2588806"/>
                <a:gd name="csX3" fmla="*/ 0 w 1303863"/>
                <a:gd name="csY3" fmla="*/ 975803 h 2588806"/>
                <a:gd name="csX4" fmla="*/ 1303863 w 1303863"/>
                <a:gd name="csY4" fmla="*/ 0 h 2588806"/>
                <a:gd name="csX5" fmla="*/ 848218 w 1303863"/>
                <a:gd name="csY5" fmla="*/ 2588806 h 258880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303863" h="2588806">
                  <a:moveTo>
                    <a:pt x="848218" y="2588806"/>
                  </a:moveTo>
                  <a:lnTo>
                    <a:pt x="807458" y="2554658"/>
                  </a:lnTo>
                  <a:cubicBezTo>
                    <a:pt x="364777" y="2152628"/>
                    <a:pt x="80754" y="1605508"/>
                    <a:pt x="3919" y="1018961"/>
                  </a:cubicBezTo>
                  <a:lnTo>
                    <a:pt x="0" y="975803"/>
                  </a:lnTo>
                  <a:lnTo>
                    <a:pt x="1303863" y="0"/>
                  </a:lnTo>
                  <a:lnTo>
                    <a:pt x="848218" y="2588806"/>
                  </a:lnTo>
                  <a:close/>
                </a:path>
              </a:pathLst>
            </a:custGeom>
            <a:solidFill>
              <a:schemeClr val="tx1">
                <a:lumMod val="95000"/>
                <a:lumOff val="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5BC4BFF0-B598-1A1A-3471-7A90C4B0A18C}"/>
                </a:ext>
              </a:extLst>
            </p:cNvPr>
            <p:cNvSpPr/>
            <p:nvPr/>
          </p:nvSpPr>
          <p:spPr>
            <a:xfrm rot="14972103">
              <a:off x="1493424" y="4241335"/>
              <a:ext cx="1999706" cy="1712272"/>
            </a:xfrm>
            <a:custGeom>
              <a:avLst/>
              <a:gdLst>
                <a:gd name="csX0" fmla="*/ 1999706 w 1999706"/>
                <a:gd name="csY0" fmla="*/ 247842 h 1712272"/>
                <a:gd name="csX1" fmla="*/ 95 w 1999706"/>
                <a:gd name="csY1" fmla="*/ 1712272 h 1712272"/>
                <a:gd name="csX2" fmla="*/ 0 w 1999706"/>
                <a:gd name="csY2" fmla="*/ 1554628 h 1712272"/>
                <a:gd name="csX3" fmla="*/ 154980 w 1999706"/>
                <a:gd name="csY3" fmla="*/ 805925 h 1712272"/>
                <a:gd name="csX4" fmla="*/ 521289 w 1999706"/>
                <a:gd name="csY4" fmla="*/ 147845 h 1712272"/>
                <a:gd name="csX5" fmla="*/ 648252 w 1999706"/>
                <a:gd name="csY5" fmla="*/ 0 h 1712272"/>
                <a:gd name="csX6" fmla="*/ 1999706 w 1999706"/>
                <a:gd name="csY6" fmla="*/ 247842 h 171227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1999706" h="1712272">
                  <a:moveTo>
                    <a:pt x="1999706" y="247842"/>
                  </a:moveTo>
                  <a:lnTo>
                    <a:pt x="95" y="1712272"/>
                  </a:lnTo>
                  <a:lnTo>
                    <a:pt x="0" y="1554628"/>
                  </a:lnTo>
                  <a:cubicBezTo>
                    <a:pt x="12413" y="1304772"/>
                    <a:pt x="62903" y="1052657"/>
                    <a:pt x="154980" y="805925"/>
                  </a:cubicBezTo>
                  <a:cubicBezTo>
                    <a:pt x="245640" y="562990"/>
                    <a:pt x="370180" y="342524"/>
                    <a:pt x="521289" y="147845"/>
                  </a:cubicBezTo>
                  <a:lnTo>
                    <a:pt x="648252" y="0"/>
                  </a:lnTo>
                  <a:lnTo>
                    <a:pt x="1999706" y="247842"/>
                  </a:lnTo>
                  <a:close/>
                </a:path>
              </a:pathLst>
            </a:custGeom>
            <a:solidFill>
              <a:schemeClr val="tx1">
                <a:lumMod val="95000"/>
                <a:lumOff val="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1B06C100-DF97-F53F-76EB-3A38AEE0F35F}"/>
                </a:ext>
              </a:extLst>
            </p:cNvPr>
            <p:cNvSpPr/>
            <p:nvPr/>
          </p:nvSpPr>
          <p:spPr>
            <a:xfrm>
              <a:off x="427049" y="3315784"/>
              <a:ext cx="1169594" cy="2312748"/>
            </a:xfrm>
            <a:custGeom>
              <a:avLst/>
              <a:gdLst>
                <a:gd name="csX0" fmla="*/ 682686 w 1169594"/>
                <a:gd name="csY0" fmla="*/ 0 h 2312748"/>
                <a:gd name="csX1" fmla="*/ 1169594 w 1169594"/>
                <a:gd name="csY1" fmla="*/ 2312748 h 2312748"/>
                <a:gd name="csX2" fmla="*/ 1016155 w 1169594"/>
                <a:gd name="csY2" fmla="*/ 2226579 h 2312748"/>
                <a:gd name="csX3" fmla="*/ 57482 w 1169594"/>
                <a:gd name="csY3" fmla="*/ 1165723 h 2312748"/>
                <a:gd name="csX4" fmla="*/ 0 w 1169594"/>
                <a:gd name="csY4" fmla="*/ 1033689 h 2312748"/>
                <a:gd name="csX5" fmla="*/ 682686 w 1169594"/>
                <a:gd name="csY5" fmla="*/ 0 h 231274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169594" h="2312748">
                  <a:moveTo>
                    <a:pt x="682686" y="0"/>
                  </a:moveTo>
                  <a:lnTo>
                    <a:pt x="1169594" y="2312748"/>
                  </a:lnTo>
                  <a:lnTo>
                    <a:pt x="1016155" y="2226579"/>
                  </a:lnTo>
                  <a:cubicBezTo>
                    <a:pt x="603136" y="1974448"/>
                    <a:pt x="268475" y="1605654"/>
                    <a:pt x="57482" y="1165723"/>
                  </a:cubicBezTo>
                  <a:lnTo>
                    <a:pt x="0" y="1033689"/>
                  </a:lnTo>
                  <a:lnTo>
                    <a:pt x="682686" y="0"/>
                  </a:lnTo>
                  <a:close/>
                </a:path>
              </a:pathLst>
            </a:custGeom>
            <a:solidFill>
              <a:schemeClr val="tx1">
                <a:lumMod val="95000"/>
                <a:lumOff val="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F0FADFA3-1300-5FD3-E2E5-DA775C4012F6}"/>
                </a:ext>
              </a:extLst>
            </p:cNvPr>
            <p:cNvSpPr/>
            <p:nvPr/>
          </p:nvSpPr>
          <p:spPr>
            <a:xfrm rot="2781523">
              <a:off x="169204" y="1973761"/>
              <a:ext cx="1107611" cy="2084407"/>
            </a:xfrm>
            <a:custGeom>
              <a:avLst/>
              <a:gdLst>
                <a:gd name="csX0" fmla="*/ 652320 w 1107611"/>
                <a:gd name="csY0" fmla="*/ 0 h 2084407"/>
                <a:gd name="csX1" fmla="*/ 1107611 w 1107611"/>
                <a:gd name="csY1" fmla="*/ 2084407 h 2084407"/>
                <a:gd name="csX2" fmla="*/ 1067780 w 1107611"/>
                <a:gd name="csY2" fmla="*/ 2065954 h 2084407"/>
                <a:gd name="csX3" fmla="*/ 490085 w 1107611"/>
                <a:gd name="csY3" fmla="*/ 1652183 h 2084407"/>
                <a:gd name="csX4" fmla="*/ 26392 w 1107611"/>
                <a:gd name="csY4" fmla="*/ 1054415 h 2084407"/>
                <a:gd name="csX5" fmla="*/ 0 w 1107611"/>
                <a:gd name="csY5" fmla="*/ 1001113 h 2084407"/>
                <a:gd name="csX6" fmla="*/ 652320 w 1107611"/>
                <a:gd name="csY6" fmla="*/ 0 h 208440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1107611" h="2084407">
                  <a:moveTo>
                    <a:pt x="652320" y="0"/>
                  </a:moveTo>
                  <a:lnTo>
                    <a:pt x="1107611" y="2084407"/>
                  </a:lnTo>
                  <a:lnTo>
                    <a:pt x="1067780" y="2065954"/>
                  </a:lnTo>
                  <a:cubicBezTo>
                    <a:pt x="861600" y="1958614"/>
                    <a:pt x="666831" y="1820738"/>
                    <a:pt x="490085" y="1652183"/>
                  </a:cubicBezTo>
                  <a:cubicBezTo>
                    <a:pt x="301558" y="1472391"/>
                    <a:pt x="146923" y="1270459"/>
                    <a:pt x="26392" y="1054415"/>
                  </a:cubicBezTo>
                  <a:lnTo>
                    <a:pt x="0" y="1001113"/>
                  </a:lnTo>
                  <a:lnTo>
                    <a:pt x="652320" y="0"/>
                  </a:lnTo>
                  <a:close/>
                </a:path>
              </a:pathLst>
            </a:custGeom>
            <a:solidFill>
              <a:schemeClr val="tx1">
                <a:lumMod val="95000"/>
                <a:lumOff val="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C5CB0EEF-1A0C-E133-4CD6-B223DA4F4B6A}"/>
                </a:ext>
              </a:extLst>
            </p:cNvPr>
            <p:cNvSpPr/>
            <p:nvPr/>
          </p:nvSpPr>
          <p:spPr>
            <a:xfrm>
              <a:off x="465794" y="1206930"/>
              <a:ext cx="2109701" cy="1139151"/>
            </a:xfrm>
            <a:custGeom>
              <a:avLst/>
              <a:gdLst>
                <a:gd name="csX0" fmla="*/ 1036038 w 2109701"/>
                <a:gd name="csY0" fmla="*/ 0 h 1139151"/>
                <a:gd name="csX1" fmla="*/ 2109701 w 2109701"/>
                <a:gd name="csY1" fmla="*/ 723115 h 1139151"/>
                <a:gd name="csX2" fmla="*/ 0 w 2109701"/>
                <a:gd name="csY2" fmla="*/ 1139151 h 1139151"/>
                <a:gd name="csX3" fmla="*/ 74038 w 2109701"/>
                <a:gd name="csY3" fmla="*/ 984737 h 1139151"/>
                <a:gd name="csX4" fmla="*/ 875816 w 2109701"/>
                <a:gd name="csY4" fmla="*/ 97792 h 1139151"/>
                <a:gd name="csX5" fmla="*/ 1036038 w 2109701"/>
                <a:gd name="csY5" fmla="*/ 0 h 113915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109701" h="1139151">
                  <a:moveTo>
                    <a:pt x="1036038" y="0"/>
                  </a:moveTo>
                  <a:lnTo>
                    <a:pt x="2109701" y="723115"/>
                  </a:lnTo>
                  <a:lnTo>
                    <a:pt x="0" y="1139151"/>
                  </a:lnTo>
                  <a:lnTo>
                    <a:pt x="74038" y="984737"/>
                  </a:lnTo>
                  <a:cubicBezTo>
                    <a:pt x="266779" y="628272"/>
                    <a:pt x="542779" y="323842"/>
                    <a:pt x="875816" y="97792"/>
                  </a:cubicBezTo>
                  <a:lnTo>
                    <a:pt x="1036038" y="0"/>
                  </a:lnTo>
                  <a:close/>
                </a:path>
              </a:pathLst>
            </a:custGeom>
            <a:solidFill>
              <a:schemeClr val="tx1">
                <a:lumMod val="95000"/>
                <a:lumOff val="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D1EF2835-7B07-DA0D-BDE0-8B644918EFDD}"/>
                </a:ext>
              </a:extLst>
            </p:cNvPr>
            <p:cNvSpPr/>
            <p:nvPr/>
          </p:nvSpPr>
          <p:spPr>
            <a:xfrm>
              <a:off x="1690584" y="875071"/>
              <a:ext cx="1863119" cy="1492799"/>
            </a:xfrm>
            <a:custGeom>
              <a:avLst/>
              <a:gdLst>
                <a:gd name="csX0" fmla="*/ 1051050 w 1863119"/>
                <a:gd name="csY0" fmla="*/ 0 h 1492799"/>
                <a:gd name="csX1" fmla="*/ 1555698 w 1863119"/>
                <a:gd name="csY1" fmla="*/ 51111 h 1492799"/>
                <a:gd name="csX2" fmla="*/ 1590963 w 1863119"/>
                <a:gd name="csY2" fmla="*/ 60221 h 1492799"/>
                <a:gd name="csX3" fmla="*/ 1863119 w 1863119"/>
                <a:gd name="csY3" fmla="*/ 1492799 h 1492799"/>
                <a:gd name="csX4" fmla="*/ 0 w 1863119"/>
                <a:gd name="csY4" fmla="*/ 231931 h 1492799"/>
                <a:gd name="csX5" fmla="*/ 132888 w 1863119"/>
                <a:gd name="csY5" fmla="*/ 174501 h 1492799"/>
                <a:gd name="csX6" fmla="*/ 1051050 w 1863119"/>
                <a:gd name="csY6" fmla="*/ 0 h 149279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1863119" h="1492799">
                  <a:moveTo>
                    <a:pt x="1051050" y="0"/>
                  </a:moveTo>
                  <a:cubicBezTo>
                    <a:pt x="1223917" y="0"/>
                    <a:pt x="1392692" y="17599"/>
                    <a:pt x="1555698" y="51111"/>
                  </a:cubicBezTo>
                  <a:lnTo>
                    <a:pt x="1590963" y="60221"/>
                  </a:lnTo>
                  <a:lnTo>
                    <a:pt x="1863119" y="1492799"/>
                  </a:lnTo>
                  <a:lnTo>
                    <a:pt x="0" y="231931"/>
                  </a:lnTo>
                  <a:lnTo>
                    <a:pt x="132888" y="174501"/>
                  </a:lnTo>
                  <a:cubicBezTo>
                    <a:pt x="417183" y="61872"/>
                    <a:pt x="726925" y="0"/>
                    <a:pt x="1051050" y="0"/>
                  </a:cubicBezTo>
                  <a:close/>
                </a:path>
              </a:pathLst>
            </a:custGeom>
            <a:solidFill>
              <a:schemeClr val="tx1">
                <a:lumMod val="95000"/>
                <a:lumOff val="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BBBAD74A-785F-DEC7-C9E4-480232B10F15}"/>
                </a:ext>
              </a:extLst>
            </p:cNvPr>
            <p:cNvSpPr/>
            <p:nvPr/>
          </p:nvSpPr>
          <p:spPr>
            <a:xfrm>
              <a:off x="3492158" y="990283"/>
              <a:ext cx="1359167" cy="2339142"/>
            </a:xfrm>
            <a:custGeom>
              <a:avLst/>
              <a:gdLst>
                <a:gd name="csX0" fmla="*/ 0 w 1359167"/>
                <a:gd name="csY0" fmla="*/ 0 h 2339142"/>
                <a:gd name="csX1" fmla="*/ 181832 w 1359167"/>
                <a:gd name="csY1" fmla="*/ 64963 h 2339142"/>
                <a:gd name="csX2" fmla="*/ 1256039 w 1359167"/>
                <a:gd name="csY2" fmla="*/ 895326 h 2339142"/>
                <a:gd name="csX3" fmla="*/ 1359167 w 1359167"/>
                <a:gd name="csY3" fmla="*/ 1045764 h 2339142"/>
                <a:gd name="csX4" fmla="*/ 479417 w 1359167"/>
                <a:gd name="csY4" fmla="*/ 2339142 h 2339142"/>
                <a:gd name="csX5" fmla="*/ 0 w 1359167"/>
                <a:gd name="csY5" fmla="*/ 0 h 233914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359167" h="2339142">
                  <a:moveTo>
                    <a:pt x="0" y="0"/>
                  </a:moveTo>
                  <a:lnTo>
                    <a:pt x="181832" y="64963"/>
                  </a:lnTo>
                  <a:cubicBezTo>
                    <a:pt x="611723" y="238345"/>
                    <a:pt x="982657" y="528058"/>
                    <a:pt x="1256039" y="895326"/>
                  </a:cubicBezTo>
                  <a:lnTo>
                    <a:pt x="1359167" y="1045764"/>
                  </a:lnTo>
                  <a:lnTo>
                    <a:pt x="479417" y="233914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1">
                <a:lumMod val="95000"/>
                <a:lumOff val="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0" name="TextBox 19">
            <a:extLst>
              <a:ext uri="{FF2B5EF4-FFF2-40B4-BE49-F238E27FC236}">
                <a16:creationId xmlns:a16="http://schemas.microsoft.com/office/drawing/2014/main" id="{EFCC8CC0-B1A2-88CD-22AE-9BD66E3B506E}"/>
              </a:ext>
            </a:extLst>
          </p:cNvPr>
          <p:cNvSpPr txBox="1"/>
          <p:nvPr/>
        </p:nvSpPr>
        <p:spPr>
          <a:xfrm>
            <a:off x="2288385" y="-413788"/>
            <a:ext cx="7838275" cy="79714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latin typeface="Univers Condensed" panose="020B0506020202050204" pitchFamily="34" charset="0"/>
              </a:rPr>
              <a:t>Thank You to:</a:t>
            </a:r>
          </a:p>
          <a:p>
            <a:pPr algn="ctr"/>
            <a:endParaRPr lang="en-US" sz="3200" dirty="0">
              <a:latin typeface="Univers Condensed" panose="020B0506020202050204" pitchFamily="34" charset="0"/>
            </a:endParaRPr>
          </a:p>
          <a:p>
            <a:pPr algn="ctr"/>
            <a:r>
              <a:rPr lang="en-US" sz="3200" dirty="0">
                <a:latin typeface="Univers Condensed" panose="020B0506020202050204" pitchFamily="34" charset="0"/>
              </a:rPr>
              <a:t>For Your Education </a:t>
            </a:r>
            <a:r>
              <a:rPr lang="en-US" sz="3200">
                <a:latin typeface="Univers Condensed" panose="020B0506020202050204" pitchFamily="34" charset="0"/>
              </a:rPr>
              <a:t>and Feedback</a:t>
            </a:r>
            <a:r>
              <a:rPr lang="en-US" sz="3200" dirty="0">
                <a:latin typeface="Univers Condensed" panose="020B0506020202050204" pitchFamily="34" charset="0"/>
              </a:rPr>
              <a:t>:</a:t>
            </a:r>
          </a:p>
          <a:p>
            <a:pPr algn="ctr"/>
            <a:endParaRPr lang="en-US" sz="3200" dirty="0">
              <a:latin typeface="Univers Condensed" panose="020B0506020202050204" pitchFamily="34" charset="0"/>
            </a:endParaRPr>
          </a:p>
          <a:p>
            <a:pPr algn="ctr"/>
            <a:r>
              <a:rPr lang="en-US" sz="3200" dirty="0">
                <a:latin typeface="Univers Condensed" panose="020B0506020202050204" pitchFamily="34" charset="0"/>
              </a:rPr>
              <a:t>Prof. Mais </a:t>
            </a:r>
            <a:r>
              <a:rPr lang="en-US" sz="3200" dirty="0" err="1">
                <a:latin typeface="Univers Condensed" panose="020B0506020202050204" pitchFamily="34" charset="0"/>
              </a:rPr>
              <a:t>Alraee</a:t>
            </a:r>
            <a:endParaRPr lang="en-US" sz="3200" dirty="0">
              <a:latin typeface="Univers Condensed" panose="020B0506020202050204" pitchFamily="34" charset="0"/>
            </a:endParaRPr>
          </a:p>
          <a:p>
            <a:pPr algn="ctr"/>
            <a:r>
              <a:rPr lang="en-US" sz="3200" dirty="0">
                <a:latin typeface="Univers Condensed" panose="020B0506020202050204" pitchFamily="34" charset="0"/>
              </a:rPr>
              <a:t>Dr. Lori Perine</a:t>
            </a:r>
          </a:p>
          <a:p>
            <a:pPr algn="ctr"/>
            <a:r>
              <a:rPr lang="en-US" sz="3200" dirty="0">
                <a:latin typeface="Univers Condensed" panose="020B0506020202050204" pitchFamily="34" charset="0"/>
              </a:rPr>
              <a:t>Dr. Rachel Saidi</a:t>
            </a:r>
          </a:p>
          <a:p>
            <a:pPr algn="ctr"/>
            <a:r>
              <a:rPr lang="en-US" sz="3200" dirty="0">
                <a:latin typeface="Univers Condensed" panose="020B0506020202050204" pitchFamily="34" charset="0"/>
              </a:rPr>
              <a:t>Prof. Bonard Molina-Garcia</a:t>
            </a:r>
          </a:p>
          <a:p>
            <a:pPr algn="ctr"/>
            <a:r>
              <a:rPr lang="en-US" sz="3200" dirty="0">
                <a:latin typeface="Univers Condensed" panose="020B0506020202050204" pitchFamily="34" charset="0"/>
              </a:rPr>
              <a:t>My Classmates</a:t>
            </a:r>
          </a:p>
          <a:p>
            <a:pPr algn="ctr"/>
            <a:endParaRPr lang="en-US" sz="3200" dirty="0">
              <a:latin typeface="Univers Condensed" panose="020B0506020202050204" pitchFamily="34" charset="0"/>
            </a:endParaRPr>
          </a:p>
          <a:p>
            <a:pPr algn="ctr"/>
            <a:r>
              <a:rPr lang="en-US" sz="3200" dirty="0">
                <a:latin typeface="Univers Condensed" panose="020B0506020202050204" pitchFamily="34" charset="0"/>
              </a:rPr>
              <a:t>Special Thanks To:</a:t>
            </a:r>
          </a:p>
          <a:p>
            <a:pPr algn="ctr"/>
            <a:endParaRPr lang="en-US" sz="3200" dirty="0">
              <a:latin typeface="Univers Condensed" panose="020B0506020202050204" pitchFamily="34" charset="0"/>
            </a:endParaRPr>
          </a:p>
          <a:p>
            <a:pPr algn="ctr"/>
            <a:r>
              <a:rPr lang="en-US" sz="3200" dirty="0">
                <a:latin typeface="Univers Condensed" panose="020B0506020202050204" pitchFamily="34" charset="0"/>
              </a:rPr>
              <a:t>Paul Hanscom</a:t>
            </a:r>
          </a:p>
          <a:p>
            <a:pPr algn="ctr"/>
            <a:r>
              <a:rPr lang="en-US" sz="3200" dirty="0">
                <a:latin typeface="Univers Condensed" panose="020B0506020202050204" pitchFamily="34" charset="0"/>
              </a:rPr>
              <a:t>Lily Chang</a:t>
            </a:r>
          </a:p>
          <a:p>
            <a:pPr algn="ctr"/>
            <a:r>
              <a:rPr lang="en-US" sz="3200" dirty="0">
                <a:latin typeface="Univers Condensed" panose="020B0506020202050204" pitchFamily="34" charset="0"/>
              </a:rPr>
              <a:t>Dr. Lomax Boyd</a:t>
            </a:r>
          </a:p>
          <a:p>
            <a:pPr algn="ctr"/>
            <a:endParaRPr lang="en-US" sz="3200" dirty="0">
              <a:latin typeface="Univers Condensed" panose="020B0506020202050204" pitchFamily="34" charset="0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6ED765E-15E8-EF65-5136-0C45A066A762}"/>
              </a:ext>
            </a:extLst>
          </p:cNvPr>
          <p:cNvSpPr txBox="1"/>
          <p:nvPr/>
        </p:nvSpPr>
        <p:spPr>
          <a:xfrm>
            <a:off x="1562101" y="241300"/>
            <a:ext cx="5910416" cy="769441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US" sz="4400" i="1" dirty="0">
                <a:latin typeface="Univers 75 Black" pitchFamily="50" charset="0"/>
              </a:rPr>
              <a:t>Thanks!</a:t>
            </a:r>
          </a:p>
        </p:txBody>
      </p: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CC197F45-4430-D645-BCF2-061841B96F43}"/>
              </a:ext>
            </a:extLst>
          </p:cNvPr>
          <p:cNvCxnSpPr>
            <a:cxnSpLocks/>
          </p:cNvCxnSpPr>
          <p:nvPr/>
        </p:nvCxnSpPr>
        <p:spPr>
          <a:xfrm>
            <a:off x="10878087" y="-185245"/>
            <a:ext cx="0" cy="7167705"/>
          </a:xfrm>
          <a:prstGeom prst="line">
            <a:avLst/>
          </a:prstGeom>
          <a:ln w="50800" cap="rnd">
            <a:solidFill>
              <a:schemeClr val="accent2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DED87520-25A3-22BA-AACC-34A8B39EDAFC}"/>
              </a:ext>
            </a:extLst>
          </p:cNvPr>
          <p:cNvCxnSpPr>
            <a:cxnSpLocks/>
          </p:cNvCxnSpPr>
          <p:nvPr/>
        </p:nvCxnSpPr>
        <p:spPr>
          <a:xfrm>
            <a:off x="11462812" y="-107278"/>
            <a:ext cx="0" cy="7020560"/>
          </a:xfrm>
          <a:prstGeom prst="line">
            <a:avLst/>
          </a:prstGeom>
          <a:ln w="50800" cap="rnd">
            <a:solidFill>
              <a:schemeClr val="accent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9909298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split orient="vert"/>
      </p:transition>
    </mc:Choice>
    <mc:Fallback xmlns="">
      <p:transition spd="slow">
        <p:split orient="vert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8" presetClass="emph" presetSubtype="0" repeatCount="indefinite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Rot by="21600000">
                                      <p:cBhvr>
                                        <p:cTn id="6" dur="47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28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" dur="15000" fill="hold"/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15000" fill="hold"/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-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8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5" dur="15000" fill="hold"/>
                                        <p:tgtEl>
                                          <p:spTgt spid="2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5000" fill="hold"/>
                                        <p:tgtEl>
                                          <p:spTgt spid="2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-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8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" dur="15000" fill="hold"/>
                                        <p:tgtEl>
                                          <p:spTgt spid="2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15000" fill="hold"/>
                                        <p:tgtEl>
                                          <p:spTgt spid="2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-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28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3" dur="15000" fill="hold"/>
                                        <p:tgtEl>
                                          <p:spTgt spid="2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15000" fill="hold"/>
                                        <p:tgtEl>
                                          <p:spTgt spid="2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-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28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7" dur="15000" fill="hold"/>
                                        <p:tgtEl>
                                          <p:spTgt spid="2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15000" fill="hold"/>
                                        <p:tgtEl>
                                          <p:spTgt spid="2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-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28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1" dur="15000" fill="hold"/>
                                        <p:tgtEl>
                                          <p:spTgt spid="20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" dur="15000" fill="hold"/>
                                        <p:tgtEl>
                                          <p:spTgt spid="20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-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28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5" dur="15000" fill="hold"/>
                                        <p:tgtEl>
                                          <p:spTgt spid="20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6" dur="15000" fill="hold"/>
                                        <p:tgtEl>
                                          <p:spTgt spid="20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-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28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9" dur="15000" fill="hold"/>
                                        <p:tgtEl>
                                          <p:spTgt spid="20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0" dur="15000" fill="hold"/>
                                        <p:tgtEl>
                                          <p:spTgt spid="20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-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1" presetID="28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3" dur="15000" fill="hold"/>
                                        <p:tgtEl>
                                          <p:spTgt spid="20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15000" fill="hold"/>
                                        <p:tgtEl>
                                          <p:spTgt spid="20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-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28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7" dur="15000" fill="hold"/>
                                        <p:tgtEl>
                                          <p:spTgt spid="20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8" dur="15000" fill="hold"/>
                                        <p:tgtEl>
                                          <p:spTgt spid="20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-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9" presetID="28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1" dur="15000" fill="hold"/>
                                        <p:tgtEl>
                                          <p:spTgt spid="20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2" dur="15000" fill="hold"/>
                                        <p:tgtEl>
                                          <p:spTgt spid="20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-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7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9C203AF-23D0-CBEE-DD76-FC8906DC17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8A58A7AB-F2F4-3BA7-3957-E98A541EF39F}"/>
              </a:ext>
            </a:extLst>
          </p:cNvPr>
          <p:cNvSpPr txBox="1"/>
          <p:nvPr/>
        </p:nvSpPr>
        <p:spPr>
          <a:xfrm>
            <a:off x="304800" y="-88490"/>
            <a:ext cx="1415845" cy="18620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500" dirty="0">
                <a:latin typeface="Univers LT Std 49 Light UltraCn" panose="020B0406020202060204" pitchFamily="34" charset="0"/>
              </a:rPr>
              <a:t>06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A47E7697-0BA9-69B2-13FD-51781AF1ECC3}"/>
              </a:ext>
            </a:extLst>
          </p:cNvPr>
          <p:cNvGrpSpPr/>
          <p:nvPr/>
        </p:nvGrpSpPr>
        <p:grpSpPr>
          <a:xfrm>
            <a:off x="-89229" y="5575300"/>
            <a:ext cx="1415841" cy="1282700"/>
            <a:chOff x="-319194" y="875071"/>
            <a:chExt cx="5673854" cy="5222253"/>
          </a:xfrm>
        </p:grpSpPr>
        <p:sp>
          <p:nvSpPr>
            <p:cNvPr id="8" name="Freeform: Shape 7">
              <a:extLst>
                <a:ext uri="{FF2B5EF4-FFF2-40B4-BE49-F238E27FC236}">
                  <a16:creationId xmlns:a16="http://schemas.microsoft.com/office/drawing/2014/main" id="{D98EBEF4-652B-95E9-9C3E-691BFCBDBA0E}"/>
                </a:ext>
              </a:extLst>
            </p:cNvPr>
            <p:cNvSpPr/>
            <p:nvPr/>
          </p:nvSpPr>
          <p:spPr>
            <a:xfrm rot="14972103">
              <a:off x="3428663" y="2358160"/>
              <a:ext cx="1736786" cy="2115209"/>
            </a:xfrm>
            <a:custGeom>
              <a:avLst/>
              <a:gdLst>
                <a:gd name="csX0" fmla="*/ 1736786 w 1736786"/>
                <a:gd name="csY0" fmla="*/ 2096733 h 2115209"/>
                <a:gd name="csX1" fmla="*/ 1611225 w 1736786"/>
                <a:gd name="csY1" fmla="*/ 2109550 h 2115209"/>
                <a:gd name="csX2" fmla="*/ 560096 w 1736786"/>
                <a:gd name="csY2" fmla="*/ 1955056 h 2115209"/>
                <a:gd name="csX3" fmla="*/ 102871 w 1736786"/>
                <a:gd name="csY3" fmla="*/ 1730125 h 2115209"/>
                <a:gd name="csX4" fmla="*/ 0 w 1736786"/>
                <a:gd name="csY4" fmla="*/ 1658574 h 2115209"/>
                <a:gd name="csX5" fmla="*/ 236839 w 1736786"/>
                <a:gd name="csY5" fmla="*/ 0 h 2115209"/>
                <a:gd name="csX6" fmla="*/ 1736786 w 1736786"/>
                <a:gd name="csY6" fmla="*/ 2096733 h 211520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1736786" h="2115209">
                  <a:moveTo>
                    <a:pt x="1736786" y="2096733"/>
                  </a:moveTo>
                  <a:lnTo>
                    <a:pt x="1611225" y="2109550"/>
                  </a:lnTo>
                  <a:cubicBezTo>
                    <a:pt x="1264519" y="2132887"/>
                    <a:pt x="907137" y="2084567"/>
                    <a:pt x="560096" y="1955056"/>
                  </a:cubicBezTo>
                  <a:cubicBezTo>
                    <a:pt x="397381" y="1894332"/>
                    <a:pt x="244642" y="1818635"/>
                    <a:pt x="102871" y="1730125"/>
                  </a:cubicBezTo>
                  <a:lnTo>
                    <a:pt x="0" y="1658574"/>
                  </a:lnTo>
                  <a:lnTo>
                    <a:pt x="236839" y="0"/>
                  </a:lnTo>
                  <a:lnTo>
                    <a:pt x="1736786" y="2096733"/>
                  </a:lnTo>
                  <a:close/>
                </a:path>
              </a:pathLst>
            </a:custGeom>
            <a:solidFill>
              <a:schemeClr val="tx1">
                <a:lumMod val="95000"/>
                <a:lumOff val="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F1FAA8AF-3AEF-D0DD-8A5B-8295023E7852}"/>
                </a:ext>
              </a:extLst>
            </p:cNvPr>
            <p:cNvSpPr/>
            <p:nvPr/>
          </p:nvSpPr>
          <p:spPr>
            <a:xfrm rot="14972103">
              <a:off x="3288052" y="3619483"/>
              <a:ext cx="1303863" cy="2588806"/>
            </a:xfrm>
            <a:custGeom>
              <a:avLst/>
              <a:gdLst>
                <a:gd name="csX0" fmla="*/ 848218 w 1303863"/>
                <a:gd name="csY0" fmla="*/ 2588806 h 2588806"/>
                <a:gd name="csX1" fmla="*/ 807458 w 1303863"/>
                <a:gd name="csY1" fmla="*/ 2554658 h 2588806"/>
                <a:gd name="csX2" fmla="*/ 3919 w 1303863"/>
                <a:gd name="csY2" fmla="*/ 1018961 h 2588806"/>
                <a:gd name="csX3" fmla="*/ 0 w 1303863"/>
                <a:gd name="csY3" fmla="*/ 975803 h 2588806"/>
                <a:gd name="csX4" fmla="*/ 1303863 w 1303863"/>
                <a:gd name="csY4" fmla="*/ 0 h 2588806"/>
                <a:gd name="csX5" fmla="*/ 848218 w 1303863"/>
                <a:gd name="csY5" fmla="*/ 2588806 h 258880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303863" h="2588806">
                  <a:moveTo>
                    <a:pt x="848218" y="2588806"/>
                  </a:moveTo>
                  <a:lnTo>
                    <a:pt x="807458" y="2554658"/>
                  </a:lnTo>
                  <a:cubicBezTo>
                    <a:pt x="364777" y="2152628"/>
                    <a:pt x="80754" y="1605508"/>
                    <a:pt x="3919" y="1018961"/>
                  </a:cubicBezTo>
                  <a:lnTo>
                    <a:pt x="0" y="975803"/>
                  </a:lnTo>
                  <a:lnTo>
                    <a:pt x="1303863" y="0"/>
                  </a:lnTo>
                  <a:lnTo>
                    <a:pt x="848218" y="2588806"/>
                  </a:lnTo>
                  <a:close/>
                </a:path>
              </a:pathLst>
            </a:custGeom>
            <a:solidFill>
              <a:schemeClr val="tx1">
                <a:lumMod val="95000"/>
                <a:lumOff val="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64AE2105-8491-E23E-A30A-F2B253ECBB69}"/>
                </a:ext>
              </a:extLst>
            </p:cNvPr>
            <p:cNvSpPr/>
            <p:nvPr/>
          </p:nvSpPr>
          <p:spPr>
            <a:xfrm rot="14972103">
              <a:off x="1493424" y="4241335"/>
              <a:ext cx="1999706" cy="1712272"/>
            </a:xfrm>
            <a:custGeom>
              <a:avLst/>
              <a:gdLst>
                <a:gd name="csX0" fmla="*/ 1999706 w 1999706"/>
                <a:gd name="csY0" fmla="*/ 247842 h 1712272"/>
                <a:gd name="csX1" fmla="*/ 95 w 1999706"/>
                <a:gd name="csY1" fmla="*/ 1712272 h 1712272"/>
                <a:gd name="csX2" fmla="*/ 0 w 1999706"/>
                <a:gd name="csY2" fmla="*/ 1554628 h 1712272"/>
                <a:gd name="csX3" fmla="*/ 154980 w 1999706"/>
                <a:gd name="csY3" fmla="*/ 805925 h 1712272"/>
                <a:gd name="csX4" fmla="*/ 521289 w 1999706"/>
                <a:gd name="csY4" fmla="*/ 147845 h 1712272"/>
                <a:gd name="csX5" fmla="*/ 648252 w 1999706"/>
                <a:gd name="csY5" fmla="*/ 0 h 1712272"/>
                <a:gd name="csX6" fmla="*/ 1999706 w 1999706"/>
                <a:gd name="csY6" fmla="*/ 247842 h 171227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1999706" h="1712272">
                  <a:moveTo>
                    <a:pt x="1999706" y="247842"/>
                  </a:moveTo>
                  <a:lnTo>
                    <a:pt x="95" y="1712272"/>
                  </a:lnTo>
                  <a:lnTo>
                    <a:pt x="0" y="1554628"/>
                  </a:lnTo>
                  <a:cubicBezTo>
                    <a:pt x="12413" y="1304772"/>
                    <a:pt x="62903" y="1052657"/>
                    <a:pt x="154980" y="805925"/>
                  </a:cubicBezTo>
                  <a:cubicBezTo>
                    <a:pt x="245640" y="562990"/>
                    <a:pt x="370180" y="342524"/>
                    <a:pt x="521289" y="147845"/>
                  </a:cubicBezTo>
                  <a:lnTo>
                    <a:pt x="648252" y="0"/>
                  </a:lnTo>
                  <a:lnTo>
                    <a:pt x="1999706" y="247842"/>
                  </a:lnTo>
                  <a:close/>
                </a:path>
              </a:pathLst>
            </a:custGeom>
            <a:solidFill>
              <a:schemeClr val="tx1">
                <a:lumMod val="95000"/>
                <a:lumOff val="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3C4DB8F0-0850-1774-8BA8-4E8E2F8CAE14}"/>
                </a:ext>
              </a:extLst>
            </p:cNvPr>
            <p:cNvSpPr/>
            <p:nvPr/>
          </p:nvSpPr>
          <p:spPr>
            <a:xfrm>
              <a:off x="427049" y="3315784"/>
              <a:ext cx="1169594" cy="2312748"/>
            </a:xfrm>
            <a:custGeom>
              <a:avLst/>
              <a:gdLst>
                <a:gd name="csX0" fmla="*/ 682686 w 1169594"/>
                <a:gd name="csY0" fmla="*/ 0 h 2312748"/>
                <a:gd name="csX1" fmla="*/ 1169594 w 1169594"/>
                <a:gd name="csY1" fmla="*/ 2312748 h 2312748"/>
                <a:gd name="csX2" fmla="*/ 1016155 w 1169594"/>
                <a:gd name="csY2" fmla="*/ 2226579 h 2312748"/>
                <a:gd name="csX3" fmla="*/ 57482 w 1169594"/>
                <a:gd name="csY3" fmla="*/ 1165723 h 2312748"/>
                <a:gd name="csX4" fmla="*/ 0 w 1169594"/>
                <a:gd name="csY4" fmla="*/ 1033689 h 2312748"/>
                <a:gd name="csX5" fmla="*/ 682686 w 1169594"/>
                <a:gd name="csY5" fmla="*/ 0 h 231274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169594" h="2312748">
                  <a:moveTo>
                    <a:pt x="682686" y="0"/>
                  </a:moveTo>
                  <a:lnTo>
                    <a:pt x="1169594" y="2312748"/>
                  </a:lnTo>
                  <a:lnTo>
                    <a:pt x="1016155" y="2226579"/>
                  </a:lnTo>
                  <a:cubicBezTo>
                    <a:pt x="603136" y="1974448"/>
                    <a:pt x="268475" y="1605654"/>
                    <a:pt x="57482" y="1165723"/>
                  </a:cubicBezTo>
                  <a:lnTo>
                    <a:pt x="0" y="1033689"/>
                  </a:lnTo>
                  <a:lnTo>
                    <a:pt x="682686" y="0"/>
                  </a:lnTo>
                  <a:close/>
                </a:path>
              </a:pathLst>
            </a:custGeom>
            <a:solidFill>
              <a:schemeClr val="tx1">
                <a:lumMod val="95000"/>
                <a:lumOff val="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CBAA4C05-4504-9FB1-C81B-A5F56F9D19DC}"/>
                </a:ext>
              </a:extLst>
            </p:cNvPr>
            <p:cNvSpPr/>
            <p:nvPr/>
          </p:nvSpPr>
          <p:spPr>
            <a:xfrm rot="2781523">
              <a:off x="169204" y="1973761"/>
              <a:ext cx="1107611" cy="2084407"/>
            </a:xfrm>
            <a:custGeom>
              <a:avLst/>
              <a:gdLst>
                <a:gd name="csX0" fmla="*/ 652320 w 1107611"/>
                <a:gd name="csY0" fmla="*/ 0 h 2084407"/>
                <a:gd name="csX1" fmla="*/ 1107611 w 1107611"/>
                <a:gd name="csY1" fmla="*/ 2084407 h 2084407"/>
                <a:gd name="csX2" fmla="*/ 1067780 w 1107611"/>
                <a:gd name="csY2" fmla="*/ 2065954 h 2084407"/>
                <a:gd name="csX3" fmla="*/ 490085 w 1107611"/>
                <a:gd name="csY3" fmla="*/ 1652183 h 2084407"/>
                <a:gd name="csX4" fmla="*/ 26392 w 1107611"/>
                <a:gd name="csY4" fmla="*/ 1054415 h 2084407"/>
                <a:gd name="csX5" fmla="*/ 0 w 1107611"/>
                <a:gd name="csY5" fmla="*/ 1001113 h 2084407"/>
                <a:gd name="csX6" fmla="*/ 652320 w 1107611"/>
                <a:gd name="csY6" fmla="*/ 0 h 208440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1107611" h="2084407">
                  <a:moveTo>
                    <a:pt x="652320" y="0"/>
                  </a:moveTo>
                  <a:lnTo>
                    <a:pt x="1107611" y="2084407"/>
                  </a:lnTo>
                  <a:lnTo>
                    <a:pt x="1067780" y="2065954"/>
                  </a:lnTo>
                  <a:cubicBezTo>
                    <a:pt x="861600" y="1958614"/>
                    <a:pt x="666831" y="1820738"/>
                    <a:pt x="490085" y="1652183"/>
                  </a:cubicBezTo>
                  <a:cubicBezTo>
                    <a:pt x="301558" y="1472391"/>
                    <a:pt x="146923" y="1270459"/>
                    <a:pt x="26392" y="1054415"/>
                  </a:cubicBezTo>
                  <a:lnTo>
                    <a:pt x="0" y="1001113"/>
                  </a:lnTo>
                  <a:lnTo>
                    <a:pt x="652320" y="0"/>
                  </a:lnTo>
                  <a:close/>
                </a:path>
              </a:pathLst>
            </a:custGeom>
            <a:solidFill>
              <a:schemeClr val="tx1">
                <a:lumMod val="95000"/>
                <a:lumOff val="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35A04C1C-4FA1-1E1B-13A0-EED89A5394BD}"/>
                </a:ext>
              </a:extLst>
            </p:cNvPr>
            <p:cNvSpPr/>
            <p:nvPr/>
          </p:nvSpPr>
          <p:spPr>
            <a:xfrm>
              <a:off x="465794" y="1206930"/>
              <a:ext cx="2109701" cy="1139151"/>
            </a:xfrm>
            <a:custGeom>
              <a:avLst/>
              <a:gdLst>
                <a:gd name="csX0" fmla="*/ 1036038 w 2109701"/>
                <a:gd name="csY0" fmla="*/ 0 h 1139151"/>
                <a:gd name="csX1" fmla="*/ 2109701 w 2109701"/>
                <a:gd name="csY1" fmla="*/ 723115 h 1139151"/>
                <a:gd name="csX2" fmla="*/ 0 w 2109701"/>
                <a:gd name="csY2" fmla="*/ 1139151 h 1139151"/>
                <a:gd name="csX3" fmla="*/ 74038 w 2109701"/>
                <a:gd name="csY3" fmla="*/ 984737 h 1139151"/>
                <a:gd name="csX4" fmla="*/ 875816 w 2109701"/>
                <a:gd name="csY4" fmla="*/ 97792 h 1139151"/>
                <a:gd name="csX5" fmla="*/ 1036038 w 2109701"/>
                <a:gd name="csY5" fmla="*/ 0 h 113915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109701" h="1139151">
                  <a:moveTo>
                    <a:pt x="1036038" y="0"/>
                  </a:moveTo>
                  <a:lnTo>
                    <a:pt x="2109701" y="723115"/>
                  </a:lnTo>
                  <a:lnTo>
                    <a:pt x="0" y="1139151"/>
                  </a:lnTo>
                  <a:lnTo>
                    <a:pt x="74038" y="984737"/>
                  </a:lnTo>
                  <a:cubicBezTo>
                    <a:pt x="266779" y="628272"/>
                    <a:pt x="542779" y="323842"/>
                    <a:pt x="875816" y="97792"/>
                  </a:cubicBezTo>
                  <a:lnTo>
                    <a:pt x="1036038" y="0"/>
                  </a:lnTo>
                  <a:close/>
                </a:path>
              </a:pathLst>
            </a:custGeom>
            <a:solidFill>
              <a:schemeClr val="tx1">
                <a:lumMod val="95000"/>
                <a:lumOff val="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89F60CF7-A66D-2D11-D865-1A20C0F0568A}"/>
                </a:ext>
              </a:extLst>
            </p:cNvPr>
            <p:cNvSpPr/>
            <p:nvPr/>
          </p:nvSpPr>
          <p:spPr>
            <a:xfrm>
              <a:off x="1690584" y="875071"/>
              <a:ext cx="1863119" cy="1492799"/>
            </a:xfrm>
            <a:custGeom>
              <a:avLst/>
              <a:gdLst>
                <a:gd name="csX0" fmla="*/ 1051050 w 1863119"/>
                <a:gd name="csY0" fmla="*/ 0 h 1492799"/>
                <a:gd name="csX1" fmla="*/ 1555698 w 1863119"/>
                <a:gd name="csY1" fmla="*/ 51111 h 1492799"/>
                <a:gd name="csX2" fmla="*/ 1590963 w 1863119"/>
                <a:gd name="csY2" fmla="*/ 60221 h 1492799"/>
                <a:gd name="csX3" fmla="*/ 1863119 w 1863119"/>
                <a:gd name="csY3" fmla="*/ 1492799 h 1492799"/>
                <a:gd name="csX4" fmla="*/ 0 w 1863119"/>
                <a:gd name="csY4" fmla="*/ 231931 h 1492799"/>
                <a:gd name="csX5" fmla="*/ 132888 w 1863119"/>
                <a:gd name="csY5" fmla="*/ 174501 h 1492799"/>
                <a:gd name="csX6" fmla="*/ 1051050 w 1863119"/>
                <a:gd name="csY6" fmla="*/ 0 h 149279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1863119" h="1492799">
                  <a:moveTo>
                    <a:pt x="1051050" y="0"/>
                  </a:moveTo>
                  <a:cubicBezTo>
                    <a:pt x="1223917" y="0"/>
                    <a:pt x="1392692" y="17599"/>
                    <a:pt x="1555698" y="51111"/>
                  </a:cubicBezTo>
                  <a:lnTo>
                    <a:pt x="1590963" y="60221"/>
                  </a:lnTo>
                  <a:lnTo>
                    <a:pt x="1863119" y="1492799"/>
                  </a:lnTo>
                  <a:lnTo>
                    <a:pt x="0" y="231931"/>
                  </a:lnTo>
                  <a:lnTo>
                    <a:pt x="132888" y="174501"/>
                  </a:lnTo>
                  <a:cubicBezTo>
                    <a:pt x="417183" y="61872"/>
                    <a:pt x="726925" y="0"/>
                    <a:pt x="1051050" y="0"/>
                  </a:cubicBezTo>
                  <a:close/>
                </a:path>
              </a:pathLst>
            </a:custGeom>
            <a:solidFill>
              <a:schemeClr val="tx1">
                <a:lumMod val="95000"/>
                <a:lumOff val="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185A3E0B-586C-4DAB-90E7-0692F8736EE1}"/>
                </a:ext>
              </a:extLst>
            </p:cNvPr>
            <p:cNvSpPr/>
            <p:nvPr/>
          </p:nvSpPr>
          <p:spPr>
            <a:xfrm>
              <a:off x="3492158" y="990283"/>
              <a:ext cx="1359167" cy="2339142"/>
            </a:xfrm>
            <a:custGeom>
              <a:avLst/>
              <a:gdLst>
                <a:gd name="csX0" fmla="*/ 0 w 1359167"/>
                <a:gd name="csY0" fmla="*/ 0 h 2339142"/>
                <a:gd name="csX1" fmla="*/ 181832 w 1359167"/>
                <a:gd name="csY1" fmla="*/ 64963 h 2339142"/>
                <a:gd name="csX2" fmla="*/ 1256039 w 1359167"/>
                <a:gd name="csY2" fmla="*/ 895326 h 2339142"/>
                <a:gd name="csX3" fmla="*/ 1359167 w 1359167"/>
                <a:gd name="csY3" fmla="*/ 1045764 h 2339142"/>
                <a:gd name="csX4" fmla="*/ 479417 w 1359167"/>
                <a:gd name="csY4" fmla="*/ 2339142 h 2339142"/>
                <a:gd name="csX5" fmla="*/ 0 w 1359167"/>
                <a:gd name="csY5" fmla="*/ 0 h 233914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359167" h="2339142">
                  <a:moveTo>
                    <a:pt x="0" y="0"/>
                  </a:moveTo>
                  <a:lnTo>
                    <a:pt x="181832" y="64963"/>
                  </a:lnTo>
                  <a:cubicBezTo>
                    <a:pt x="611723" y="238345"/>
                    <a:pt x="982657" y="528058"/>
                    <a:pt x="1256039" y="895326"/>
                  </a:cubicBezTo>
                  <a:lnTo>
                    <a:pt x="1359167" y="1045764"/>
                  </a:lnTo>
                  <a:lnTo>
                    <a:pt x="479417" y="233914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1">
                <a:lumMod val="95000"/>
                <a:lumOff val="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3" name="TextBox 22">
            <a:extLst>
              <a:ext uri="{FF2B5EF4-FFF2-40B4-BE49-F238E27FC236}">
                <a16:creationId xmlns:a16="http://schemas.microsoft.com/office/drawing/2014/main" id="{8202E951-1EAB-C3F4-0F3A-939E39BDB267}"/>
              </a:ext>
            </a:extLst>
          </p:cNvPr>
          <p:cNvSpPr txBox="1"/>
          <p:nvPr/>
        </p:nvSpPr>
        <p:spPr>
          <a:xfrm>
            <a:off x="1562100" y="241300"/>
            <a:ext cx="8585199" cy="769441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US" sz="4400" i="1" dirty="0">
                <a:latin typeface="Univers 75 Black" pitchFamily="50" charset="0"/>
              </a:rPr>
              <a:t>Q &amp; A</a:t>
            </a:r>
          </a:p>
        </p:txBody>
      </p: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E1E3FDDC-C20A-C32E-162D-23EFFE226DD6}"/>
              </a:ext>
            </a:extLst>
          </p:cNvPr>
          <p:cNvCxnSpPr>
            <a:cxnSpLocks/>
          </p:cNvCxnSpPr>
          <p:nvPr/>
        </p:nvCxnSpPr>
        <p:spPr>
          <a:xfrm>
            <a:off x="10878087" y="-185245"/>
            <a:ext cx="0" cy="7167705"/>
          </a:xfrm>
          <a:prstGeom prst="line">
            <a:avLst/>
          </a:prstGeom>
          <a:ln w="50800" cap="rnd">
            <a:solidFill>
              <a:schemeClr val="accent2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25DEB2E4-ACC4-CE47-41DA-1FE9FC063A18}"/>
              </a:ext>
            </a:extLst>
          </p:cNvPr>
          <p:cNvCxnSpPr>
            <a:cxnSpLocks/>
          </p:cNvCxnSpPr>
          <p:nvPr/>
        </p:nvCxnSpPr>
        <p:spPr>
          <a:xfrm>
            <a:off x="11462812" y="-107278"/>
            <a:ext cx="0" cy="7020560"/>
          </a:xfrm>
          <a:prstGeom prst="line">
            <a:avLst/>
          </a:prstGeom>
          <a:ln w="50800" cap="rnd">
            <a:solidFill>
              <a:schemeClr val="accent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" name="Group 1">
            <a:extLst>
              <a:ext uri="{FF2B5EF4-FFF2-40B4-BE49-F238E27FC236}">
                <a16:creationId xmlns:a16="http://schemas.microsoft.com/office/drawing/2014/main" id="{F82BBDFF-ABBD-D7B3-1FE7-41B27739C0DF}"/>
              </a:ext>
            </a:extLst>
          </p:cNvPr>
          <p:cNvGrpSpPr/>
          <p:nvPr/>
        </p:nvGrpSpPr>
        <p:grpSpPr>
          <a:xfrm>
            <a:off x="96987" y="1434571"/>
            <a:ext cx="3966962" cy="3677264"/>
            <a:chOff x="-319194" y="875071"/>
            <a:chExt cx="5673854" cy="5222253"/>
          </a:xfrm>
        </p:grpSpPr>
        <p:sp>
          <p:nvSpPr>
            <p:cNvPr id="3" name="Freeform: Shape 2">
              <a:extLst>
                <a:ext uri="{FF2B5EF4-FFF2-40B4-BE49-F238E27FC236}">
                  <a16:creationId xmlns:a16="http://schemas.microsoft.com/office/drawing/2014/main" id="{48CB26D5-4A68-0A2C-7358-2D14E1CA4C96}"/>
                </a:ext>
              </a:extLst>
            </p:cNvPr>
            <p:cNvSpPr/>
            <p:nvPr/>
          </p:nvSpPr>
          <p:spPr>
            <a:xfrm rot="14972103">
              <a:off x="3428663" y="2358160"/>
              <a:ext cx="1736786" cy="2115209"/>
            </a:xfrm>
            <a:custGeom>
              <a:avLst/>
              <a:gdLst>
                <a:gd name="csX0" fmla="*/ 1736786 w 1736786"/>
                <a:gd name="csY0" fmla="*/ 2096733 h 2115209"/>
                <a:gd name="csX1" fmla="*/ 1611225 w 1736786"/>
                <a:gd name="csY1" fmla="*/ 2109550 h 2115209"/>
                <a:gd name="csX2" fmla="*/ 560096 w 1736786"/>
                <a:gd name="csY2" fmla="*/ 1955056 h 2115209"/>
                <a:gd name="csX3" fmla="*/ 102871 w 1736786"/>
                <a:gd name="csY3" fmla="*/ 1730125 h 2115209"/>
                <a:gd name="csX4" fmla="*/ 0 w 1736786"/>
                <a:gd name="csY4" fmla="*/ 1658574 h 2115209"/>
                <a:gd name="csX5" fmla="*/ 236839 w 1736786"/>
                <a:gd name="csY5" fmla="*/ 0 h 2115209"/>
                <a:gd name="csX6" fmla="*/ 1736786 w 1736786"/>
                <a:gd name="csY6" fmla="*/ 2096733 h 211520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1736786" h="2115209">
                  <a:moveTo>
                    <a:pt x="1736786" y="2096733"/>
                  </a:moveTo>
                  <a:lnTo>
                    <a:pt x="1611225" y="2109550"/>
                  </a:lnTo>
                  <a:cubicBezTo>
                    <a:pt x="1264519" y="2132887"/>
                    <a:pt x="907137" y="2084567"/>
                    <a:pt x="560096" y="1955056"/>
                  </a:cubicBezTo>
                  <a:cubicBezTo>
                    <a:pt x="397381" y="1894332"/>
                    <a:pt x="244642" y="1818635"/>
                    <a:pt x="102871" y="1730125"/>
                  </a:cubicBezTo>
                  <a:lnTo>
                    <a:pt x="0" y="1658574"/>
                  </a:lnTo>
                  <a:lnTo>
                    <a:pt x="236839" y="0"/>
                  </a:lnTo>
                  <a:lnTo>
                    <a:pt x="1736786" y="2096733"/>
                  </a:lnTo>
                  <a:close/>
                </a:path>
              </a:pathLst>
            </a:custGeom>
            <a:solidFill>
              <a:schemeClr val="tx1">
                <a:lumMod val="95000"/>
                <a:lumOff val="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5" name="Freeform: Shape 4">
              <a:extLst>
                <a:ext uri="{FF2B5EF4-FFF2-40B4-BE49-F238E27FC236}">
                  <a16:creationId xmlns:a16="http://schemas.microsoft.com/office/drawing/2014/main" id="{B53B24D4-673D-EFEA-88ED-A45651462142}"/>
                </a:ext>
              </a:extLst>
            </p:cNvPr>
            <p:cNvSpPr/>
            <p:nvPr/>
          </p:nvSpPr>
          <p:spPr>
            <a:xfrm rot="14972103">
              <a:off x="3288052" y="3619483"/>
              <a:ext cx="1303863" cy="2588806"/>
            </a:xfrm>
            <a:custGeom>
              <a:avLst/>
              <a:gdLst>
                <a:gd name="csX0" fmla="*/ 848218 w 1303863"/>
                <a:gd name="csY0" fmla="*/ 2588806 h 2588806"/>
                <a:gd name="csX1" fmla="*/ 807458 w 1303863"/>
                <a:gd name="csY1" fmla="*/ 2554658 h 2588806"/>
                <a:gd name="csX2" fmla="*/ 3919 w 1303863"/>
                <a:gd name="csY2" fmla="*/ 1018961 h 2588806"/>
                <a:gd name="csX3" fmla="*/ 0 w 1303863"/>
                <a:gd name="csY3" fmla="*/ 975803 h 2588806"/>
                <a:gd name="csX4" fmla="*/ 1303863 w 1303863"/>
                <a:gd name="csY4" fmla="*/ 0 h 2588806"/>
                <a:gd name="csX5" fmla="*/ 848218 w 1303863"/>
                <a:gd name="csY5" fmla="*/ 2588806 h 258880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303863" h="2588806">
                  <a:moveTo>
                    <a:pt x="848218" y="2588806"/>
                  </a:moveTo>
                  <a:lnTo>
                    <a:pt x="807458" y="2554658"/>
                  </a:lnTo>
                  <a:cubicBezTo>
                    <a:pt x="364777" y="2152628"/>
                    <a:pt x="80754" y="1605508"/>
                    <a:pt x="3919" y="1018961"/>
                  </a:cubicBezTo>
                  <a:lnTo>
                    <a:pt x="0" y="975803"/>
                  </a:lnTo>
                  <a:lnTo>
                    <a:pt x="1303863" y="0"/>
                  </a:lnTo>
                  <a:lnTo>
                    <a:pt x="848218" y="2588806"/>
                  </a:lnTo>
                  <a:close/>
                </a:path>
              </a:pathLst>
            </a:custGeom>
            <a:solidFill>
              <a:schemeClr val="tx1">
                <a:lumMod val="95000"/>
                <a:lumOff val="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6" name="Freeform: Shape 5">
              <a:extLst>
                <a:ext uri="{FF2B5EF4-FFF2-40B4-BE49-F238E27FC236}">
                  <a16:creationId xmlns:a16="http://schemas.microsoft.com/office/drawing/2014/main" id="{1DD718A7-48BB-2650-401D-36DFEDD3DB26}"/>
                </a:ext>
              </a:extLst>
            </p:cNvPr>
            <p:cNvSpPr/>
            <p:nvPr/>
          </p:nvSpPr>
          <p:spPr>
            <a:xfrm rot="14972103">
              <a:off x="1493424" y="4241335"/>
              <a:ext cx="1999706" cy="1712272"/>
            </a:xfrm>
            <a:custGeom>
              <a:avLst/>
              <a:gdLst>
                <a:gd name="csX0" fmla="*/ 1999706 w 1999706"/>
                <a:gd name="csY0" fmla="*/ 247842 h 1712272"/>
                <a:gd name="csX1" fmla="*/ 95 w 1999706"/>
                <a:gd name="csY1" fmla="*/ 1712272 h 1712272"/>
                <a:gd name="csX2" fmla="*/ 0 w 1999706"/>
                <a:gd name="csY2" fmla="*/ 1554628 h 1712272"/>
                <a:gd name="csX3" fmla="*/ 154980 w 1999706"/>
                <a:gd name="csY3" fmla="*/ 805925 h 1712272"/>
                <a:gd name="csX4" fmla="*/ 521289 w 1999706"/>
                <a:gd name="csY4" fmla="*/ 147845 h 1712272"/>
                <a:gd name="csX5" fmla="*/ 648252 w 1999706"/>
                <a:gd name="csY5" fmla="*/ 0 h 1712272"/>
                <a:gd name="csX6" fmla="*/ 1999706 w 1999706"/>
                <a:gd name="csY6" fmla="*/ 247842 h 171227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1999706" h="1712272">
                  <a:moveTo>
                    <a:pt x="1999706" y="247842"/>
                  </a:moveTo>
                  <a:lnTo>
                    <a:pt x="95" y="1712272"/>
                  </a:lnTo>
                  <a:lnTo>
                    <a:pt x="0" y="1554628"/>
                  </a:lnTo>
                  <a:cubicBezTo>
                    <a:pt x="12413" y="1304772"/>
                    <a:pt x="62903" y="1052657"/>
                    <a:pt x="154980" y="805925"/>
                  </a:cubicBezTo>
                  <a:cubicBezTo>
                    <a:pt x="245640" y="562990"/>
                    <a:pt x="370180" y="342524"/>
                    <a:pt x="521289" y="147845"/>
                  </a:cubicBezTo>
                  <a:lnTo>
                    <a:pt x="648252" y="0"/>
                  </a:lnTo>
                  <a:lnTo>
                    <a:pt x="1999706" y="247842"/>
                  </a:lnTo>
                  <a:close/>
                </a:path>
              </a:pathLst>
            </a:custGeom>
            <a:solidFill>
              <a:schemeClr val="tx1">
                <a:lumMod val="95000"/>
                <a:lumOff val="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7869CFC4-4D12-21BF-4642-E5034763AEC6}"/>
                </a:ext>
              </a:extLst>
            </p:cNvPr>
            <p:cNvSpPr/>
            <p:nvPr/>
          </p:nvSpPr>
          <p:spPr>
            <a:xfrm>
              <a:off x="427049" y="3315784"/>
              <a:ext cx="1169594" cy="2312748"/>
            </a:xfrm>
            <a:custGeom>
              <a:avLst/>
              <a:gdLst>
                <a:gd name="csX0" fmla="*/ 682686 w 1169594"/>
                <a:gd name="csY0" fmla="*/ 0 h 2312748"/>
                <a:gd name="csX1" fmla="*/ 1169594 w 1169594"/>
                <a:gd name="csY1" fmla="*/ 2312748 h 2312748"/>
                <a:gd name="csX2" fmla="*/ 1016155 w 1169594"/>
                <a:gd name="csY2" fmla="*/ 2226579 h 2312748"/>
                <a:gd name="csX3" fmla="*/ 57482 w 1169594"/>
                <a:gd name="csY3" fmla="*/ 1165723 h 2312748"/>
                <a:gd name="csX4" fmla="*/ 0 w 1169594"/>
                <a:gd name="csY4" fmla="*/ 1033689 h 2312748"/>
                <a:gd name="csX5" fmla="*/ 682686 w 1169594"/>
                <a:gd name="csY5" fmla="*/ 0 h 231274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169594" h="2312748">
                  <a:moveTo>
                    <a:pt x="682686" y="0"/>
                  </a:moveTo>
                  <a:lnTo>
                    <a:pt x="1169594" y="2312748"/>
                  </a:lnTo>
                  <a:lnTo>
                    <a:pt x="1016155" y="2226579"/>
                  </a:lnTo>
                  <a:cubicBezTo>
                    <a:pt x="603136" y="1974448"/>
                    <a:pt x="268475" y="1605654"/>
                    <a:pt x="57482" y="1165723"/>
                  </a:cubicBezTo>
                  <a:lnTo>
                    <a:pt x="0" y="1033689"/>
                  </a:lnTo>
                  <a:lnTo>
                    <a:pt x="682686" y="0"/>
                  </a:lnTo>
                  <a:close/>
                </a:path>
              </a:pathLst>
            </a:custGeom>
            <a:solidFill>
              <a:schemeClr val="tx1">
                <a:lumMod val="95000"/>
                <a:lumOff val="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EACE9BAE-EA46-4365-8531-1B231A7B5042}"/>
                </a:ext>
              </a:extLst>
            </p:cNvPr>
            <p:cNvSpPr/>
            <p:nvPr/>
          </p:nvSpPr>
          <p:spPr>
            <a:xfrm rot="2781523">
              <a:off x="169204" y="1973761"/>
              <a:ext cx="1107611" cy="2084407"/>
            </a:xfrm>
            <a:custGeom>
              <a:avLst/>
              <a:gdLst>
                <a:gd name="csX0" fmla="*/ 652320 w 1107611"/>
                <a:gd name="csY0" fmla="*/ 0 h 2084407"/>
                <a:gd name="csX1" fmla="*/ 1107611 w 1107611"/>
                <a:gd name="csY1" fmla="*/ 2084407 h 2084407"/>
                <a:gd name="csX2" fmla="*/ 1067780 w 1107611"/>
                <a:gd name="csY2" fmla="*/ 2065954 h 2084407"/>
                <a:gd name="csX3" fmla="*/ 490085 w 1107611"/>
                <a:gd name="csY3" fmla="*/ 1652183 h 2084407"/>
                <a:gd name="csX4" fmla="*/ 26392 w 1107611"/>
                <a:gd name="csY4" fmla="*/ 1054415 h 2084407"/>
                <a:gd name="csX5" fmla="*/ 0 w 1107611"/>
                <a:gd name="csY5" fmla="*/ 1001113 h 2084407"/>
                <a:gd name="csX6" fmla="*/ 652320 w 1107611"/>
                <a:gd name="csY6" fmla="*/ 0 h 208440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1107611" h="2084407">
                  <a:moveTo>
                    <a:pt x="652320" y="0"/>
                  </a:moveTo>
                  <a:lnTo>
                    <a:pt x="1107611" y="2084407"/>
                  </a:lnTo>
                  <a:lnTo>
                    <a:pt x="1067780" y="2065954"/>
                  </a:lnTo>
                  <a:cubicBezTo>
                    <a:pt x="861600" y="1958614"/>
                    <a:pt x="666831" y="1820738"/>
                    <a:pt x="490085" y="1652183"/>
                  </a:cubicBezTo>
                  <a:cubicBezTo>
                    <a:pt x="301558" y="1472391"/>
                    <a:pt x="146923" y="1270459"/>
                    <a:pt x="26392" y="1054415"/>
                  </a:cubicBezTo>
                  <a:lnTo>
                    <a:pt x="0" y="1001113"/>
                  </a:lnTo>
                  <a:lnTo>
                    <a:pt x="652320" y="0"/>
                  </a:lnTo>
                  <a:close/>
                </a:path>
              </a:pathLst>
            </a:custGeom>
            <a:solidFill>
              <a:schemeClr val="tx1">
                <a:lumMod val="95000"/>
                <a:lumOff val="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EEC885C5-53E3-6FED-A6C3-B9C0F486DC1E}"/>
                </a:ext>
              </a:extLst>
            </p:cNvPr>
            <p:cNvSpPr/>
            <p:nvPr/>
          </p:nvSpPr>
          <p:spPr>
            <a:xfrm>
              <a:off x="465794" y="1206930"/>
              <a:ext cx="2109701" cy="1139151"/>
            </a:xfrm>
            <a:custGeom>
              <a:avLst/>
              <a:gdLst>
                <a:gd name="csX0" fmla="*/ 1036038 w 2109701"/>
                <a:gd name="csY0" fmla="*/ 0 h 1139151"/>
                <a:gd name="csX1" fmla="*/ 2109701 w 2109701"/>
                <a:gd name="csY1" fmla="*/ 723115 h 1139151"/>
                <a:gd name="csX2" fmla="*/ 0 w 2109701"/>
                <a:gd name="csY2" fmla="*/ 1139151 h 1139151"/>
                <a:gd name="csX3" fmla="*/ 74038 w 2109701"/>
                <a:gd name="csY3" fmla="*/ 984737 h 1139151"/>
                <a:gd name="csX4" fmla="*/ 875816 w 2109701"/>
                <a:gd name="csY4" fmla="*/ 97792 h 1139151"/>
                <a:gd name="csX5" fmla="*/ 1036038 w 2109701"/>
                <a:gd name="csY5" fmla="*/ 0 h 113915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109701" h="1139151">
                  <a:moveTo>
                    <a:pt x="1036038" y="0"/>
                  </a:moveTo>
                  <a:lnTo>
                    <a:pt x="2109701" y="723115"/>
                  </a:lnTo>
                  <a:lnTo>
                    <a:pt x="0" y="1139151"/>
                  </a:lnTo>
                  <a:lnTo>
                    <a:pt x="74038" y="984737"/>
                  </a:lnTo>
                  <a:cubicBezTo>
                    <a:pt x="266779" y="628272"/>
                    <a:pt x="542779" y="323842"/>
                    <a:pt x="875816" y="97792"/>
                  </a:cubicBezTo>
                  <a:lnTo>
                    <a:pt x="1036038" y="0"/>
                  </a:lnTo>
                  <a:close/>
                </a:path>
              </a:pathLst>
            </a:custGeom>
            <a:solidFill>
              <a:schemeClr val="tx1">
                <a:lumMod val="95000"/>
                <a:lumOff val="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8B31A459-5E8B-D200-16A9-90176E9D15DB}"/>
                </a:ext>
              </a:extLst>
            </p:cNvPr>
            <p:cNvSpPr/>
            <p:nvPr/>
          </p:nvSpPr>
          <p:spPr>
            <a:xfrm>
              <a:off x="1690584" y="875071"/>
              <a:ext cx="1863119" cy="1492799"/>
            </a:xfrm>
            <a:custGeom>
              <a:avLst/>
              <a:gdLst>
                <a:gd name="csX0" fmla="*/ 1051050 w 1863119"/>
                <a:gd name="csY0" fmla="*/ 0 h 1492799"/>
                <a:gd name="csX1" fmla="*/ 1555698 w 1863119"/>
                <a:gd name="csY1" fmla="*/ 51111 h 1492799"/>
                <a:gd name="csX2" fmla="*/ 1590963 w 1863119"/>
                <a:gd name="csY2" fmla="*/ 60221 h 1492799"/>
                <a:gd name="csX3" fmla="*/ 1863119 w 1863119"/>
                <a:gd name="csY3" fmla="*/ 1492799 h 1492799"/>
                <a:gd name="csX4" fmla="*/ 0 w 1863119"/>
                <a:gd name="csY4" fmla="*/ 231931 h 1492799"/>
                <a:gd name="csX5" fmla="*/ 132888 w 1863119"/>
                <a:gd name="csY5" fmla="*/ 174501 h 1492799"/>
                <a:gd name="csX6" fmla="*/ 1051050 w 1863119"/>
                <a:gd name="csY6" fmla="*/ 0 h 149279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1863119" h="1492799">
                  <a:moveTo>
                    <a:pt x="1051050" y="0"/>
                  </a:moveTo>
                  <a:cubicBezTo>
                    <a:pt x="1223917" y="0"/>
                    <a:pt x="1392692" y="17599"/>
                    <a:pt x="1555698" y="51111"/>
                  </a:cubicBezTo>
                  <a:lnTo>
                    <a:pt x="1590963" y="60221"/>
                  </a:lnTo>
                  <a:lnTo>
                    <a:pt x="1863119" y="1492799"/>
                  </a:lnTo>
                  <a:lnTo>
                    <a:pt x="0" y="231931"/>
                  </a:lnTo>
                  <a:lnTo>
                    <a:pt x="132888" y="174501"/>
                  </a:lnTo>
                  <a:cubicBezTo>
                    <a:pt x="417183" y="61872"/>
                    <a:pt x="726925" y="0"/>
                    <a:pt x="1051050" y="0"/>
                  </a:cubicBezTo>
                  <a:close/>
                </a:path>
              </a:pathLst>
            </a:custGeom>
            <a:solidFill>
              <a:schemeClr val="tx1">
                <a:lumMod val="95000"/>
                <a:lumOff val="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1" name="Freeform: Shape 20">
              <a:extLst>
                <a:ext uri="{FF2B5EF4-FFF2-40B4-BE49-F238E27FC236}">
                  <a16:creationId xmlns:a16="http://schemas.microsoft.com/office/drawing/2014/main" id="{8FF13698-C1A1-8E02-F3C8-74CF18642FFC}"/>
                </a:ext>
              </a:extLst>
            </p:cNvPr>
            <p:cNvSpPr/>
            <p:nvPr/>
          </p:nvSpPr>
          <p:spPr>
            <a:xfrm>
              <a:off x="3492158" y="990283"/>
              <a:ext cx="1359167" cy="2339142"/>
            </a:xfrm>
            <a:custGeom>
              <a:avLst/>
              <a:gdLst>
                <a:gd name="csX0" fmla="*/ 0 w 1359167"/>
                <a:gd name="csY0" fmla="*/ 0 h 2339142"/>
                <a:gd name="csX1" fmla="*/ 181832 w 1359167"/>
                <a:gd name="csY1" fmla="*/ 64963 h 2339142"/>
                <a:gd name="csX2" fmla="*/ 1256039 w 1359167"/>
                <a:gd name="csY2" fmla="*/ 895326 h 2339142"/>
                <a:gd name="csX3" fmla="*/ 1359167 w 1359167"/>
                <a:gd name="csY3" fmla="*/ 1045764 h 2339142"/>
                <a:gd name="csX4" fmla="*/ 479417 w 1359167"/>
                <a:gd name="csY4" fmla="*/ 2339142 h 2339142"/>
                <a:gd name="csX5" fmla="*/ 0 w 1359167"/>
                <a:gd name="csY5" fmla="*/ 0 h 233914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359167" h="2339142">
                  <a:moveTo>
                    <a:pt x="0" y="0"/>
                  </a:moveTo>
                  <a:lnTo>
                    <a:pt x="181832" y="64963"/>
                  </a:lnTo>
                  <a:cubicBezTo>
                    <a:pt x="611723" y="238345"/>
                    <a:pt x="982657" y="528058"/>
                    <a:pt x="1256039" y="895326"/>
                  </a:cubicBezTo>
                  <a:lnTo>
                    <a:pt x="1359167" y="1045764"/>
                  </a:lnTo>
                  <a:lnTo>
                    <a:pt x="479417" y="233914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1">
                <a:lumMod val="95000"/>
                <a:lumOff val="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6" name="TextBox 25">
            <a:extLst>
              <a:ext uri="{FF2B5EF4-FFF2-40B4-BE49-F238E27FC236}">
                <a16:creationId xmlns:a16="http://schemas.microsoft.com/office/drawing/2014/main" id="{50DA8914-EDA5-A383-A42D-508344645C1B}"/>
              </a:ext>
            </a:extLst>
          </p:cNvPr>
          <p:cNvSpPr txBox="1"/>
          <p:nvPr/>
        </p:nvSpPr>
        <p:spPr>
          <a:xfrm>
            <a:off x="4220030" y="3538886"/>
            <a:ext cx="57023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latin typeface="Univers" panose="020B0503020202020204" pitchFamily="34" charset="0"/>
              </a:rPr>
              <a:t>L A B O R A T O R I E S</a:t>
            </a:r>
          </a:p>
        </p:txBody>
      </p:sp>
      <p:sp>
        <p:nvSpPr>
          <p:cNvPr id="27" name="Freeform: Shape 26">
            <a:extLst>
              <a:ext uri="{FF2B5EF4-FFF2-40B4-BE49-F238E27FC236}">
                <a16:creationId xmlns:a16="http://schemas.microsoft.com/office/drawing/2014/main" id="{B24CC63D-15EE-4ACB-F561-5D4832B04280}"/>
              </a:ext>
            </a:extLst>
          </p:cNvPr>
          <p:cNvSpPr/>
          <p:nvPr/>
        </p:nvSpPr>
        <p:spPr>
          <a:xfrm rot="14972103">
            <a:off x="2602602" y="2337076"/>
            <a:ext cx="1311614" cy="1759094"/>
          </a:xfrm>
          <a:custGeom>
            <a:avLst/>
            <a:gdLst>
              <a:gd name="csX0" fmla="*/ 1736786 w 1736786"/>
              <a:gd name="csY0" fmla="*/ 2096733 h 2115209"/>
              <a:gd name="csX1" fmla="*/ 1611225 w 1736786"/>
              <a:gd name="csY1" fmla="*/ 2109550 h 2115209"/>
              <a:gd name="csX2" fmla="*/ 560096 w 1736786"/>
              <a:gd name="csY2" fmla="*/ 1955056 h 2115209"/>
              <a:gd name="csX3" fmla="*/ 102871 w 1736786"/>
              <a:gd name="csY3" fmla="*/ 1730125 h 2115209"/>
              <a:gd name="csX4" fmla="*/ 0 w 1736786"/>
              <a:gd name="csY4" fmla="*/ 1658574 h 2115209"/>
              <a:gd name="csX5" fmla="*/ 236839 w 1736786"/>
              <a:gd name="csY5" fmla="*/ 0 h 2115209"/>
              <a:gd name="csX6" fmla="*/ 1736786 w 1736786"/>
              <a:gd name="csY6" fmla="*/ 2096733 h 211520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736786" h="2115209">
                <a:moveTo>
                  <a:pt x="1736786" y="2096733"/>
                </a:moveTo>
                <a:lnTo>
                  <a:pt x="1611225" y="2109550"/>
                </a:lnTo>
                <a:cubicBezTo>
                  <a:pt x="1264519" y="2132887"/>
                  <a:pt x="907137" y="2084567"/>
                  <a:pt x="560096" y="1955056"/>
                </a:cubicBezTo>
                <a:cubicBezTo>
                  <a:pt x="397381" y="1894332"/>
                  <a:pt x="244642" y="1818635"/>
                  <a:pt x="102871" y="1730125"/>
                </a:cubicBezTo>
                <a:lnTo>
                  <a:pt x="0" y="1658574"/>
                </a:lnTo>
                <a:lnTo>
                  <a:pt x="236839" y="0"/>
                </a:lnTo>
                <a:lnTo>
                  <a:pt x="1736786" y="2096733"/>
                </a:lnTo>
                <a:close/>
              </a:path>
            </a:pathLst>
          </a:cu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CE5D4189-622F-1AB8-1908-157AD435223D}"/>
              </a:ext>
            </a:extLst>
          </p:cNvPr>
          <p:cNvSpPr txBox="1"/>
          <p:nvPr/>
        </p:nvSpPr>
        <p:spPr>
          <a:xfrm>
            <a:off x="3228605" y="2294686"/>
            <a:ext cx="10780297" cy="15542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500" i="1" dirty="0">
                <a:latin typeface="Univers 75 Black" pitchFamily="50" charset="0"/>
                <a:ea typeface="Verdana" panose="020B0604030504040204" pitchFamily="34" charset="0"/>
              </a:rPr>
              <a:t>APERTURE</a:t>
            </a:r>
          </a:p>
        </p:txBody>
      </p:sp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28" name="3D Model 27">
                <a:extLst>
                  <a:ext uri="{FF2B5EF4-FFF2-40B4-BE49-F238E27FC236}">
                    <a16:creationId xmlns:a16="http://schemas.microsoft.com/office/drawing/2014/main" id="{2D86DF4F-7935-70E3-77FE-5B20ACAA203A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552150307"/>
                  </p:ext>
                </p:extLst>
              </p:nvPr>
            </p:nvGraphicFramePr>
            <p:xfrm>
              <a:off x="6469289" y="4138560"/>
              <a:ext cx="3910919" cy="2730982"/>
            </p:xfrm>
            <a:graphic>
              <a:graphicData uri="http://schemas.microsoft.com/office/drawing/2017/model3d">
                <am3d:model3d r:embed="rId2">
                  <am3d:spPr>
                    <a:xfrm>
                      <a:off x="0" y="0"/>
                      <a:ext cx="3910919" cy="2730982"/>
                    </a:xfrm>
                    <a:prstGeom prst="rect">
                      <a:avLst/>
                    </a:prstGeom>
                  </am3d:spPr>
                  <am3d:camera>
                    <am3d:pos x="0" y="0" z="64656819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65189" d="1000000"/>
                    <am3d:preTrans dx="11" dy="24136" dz="-10679854"/>
                    <am3d:scale>
                      <am3d:sx n="1000000" d="1000000"/>
                      <am3d:sy n="1000000" d="1000000"/>
                      <am3d:sz n="1000000" d="1000000"/>
                    </am3d:scale>
                    <am3d:rot ax="1387632" ay="-199448" az="-85114"/>
                    <am3d:postTrans dx="0" dy="0" dz="0"/>
                  </am3d:trans>
                  <am3d:raster rName="Office3DRenderer" rVer="16.0.8326">
                    <am3d:blip r:embed="rId3"/>
                  </am3d:raster>
                  <am3d:objViewport viewportSz="5281167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28" name="3D Model 27">
                <a:extLst>
                  <a:ext uri="{FF2B5EF4-FFF2-40B4-BE49-F238E27FC236}">
                    <a16:creationId xmlns:a16="http://schemas.microsoft.com/office/drawing/2014/main" id="{2D86DF4F-7935-70E3-77FE-5B20ACAA203A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6469289" y="4138560"/>
                <a:ext cx="3910919" cy="2730982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30301319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500">
        <p:checker/>
      </p:transition>
    </mc:Choice>
    <mc:Fallback xmlns="">
      <p:transition spd="slow">
        <p:checker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8" presetClass="emph" presetSubtype="0" repeatCount="indefinite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Rot by="21600000">
                                      <p:cBhvr>
                                        <p:cTn id="6" dur="47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6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11" dur="2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4" presetClass="entr" presetSubtype="1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4" dur="7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7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2000"/>
                            </p:stCondLst>
                            <p:childTnLst>
                              <p:par>
                                <p:cTn id="19" presetID="50" presetClass="entr" presetSubtype="0" decel="10000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1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+.3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6" grpId="0"/>
      <p:bldP spid="27" grpId="0" animBg="1"/>
      <p:bldP spid="22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69</TotalTime>
  <Words>766</Words>
  <Application>Microsoft Office PowerPoint</Application>
  <PresentationFormat>Widescreen</PresentationFormat>
  <Paragraphs>66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7" baseType="lpstr">
      <vt:lpstr>Arial</vt:lpstr>
      <vt:lpstr>Calibri</vt:lpstr>
      <vt:lpstr>Calibri Light</vt:lpstr>
      <vt:lpstr>Courier New</vt:lpstr>
      <vt:lpstr>Univers</vt:lpstr>
      <vt:lpstr>Univers 75 Black</vt:lpstr>
      <vt:lpstr>Univers Condensed</vt:lpstr>
      <vt:lpstr>Univers LT Std 49 Light UltraCn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Corlew, Whitman J</dc:creator>
  <cp:lastModifiedBy>Corlew, Whitman J</cp:lastModifiedBy>
  <cp:revision>1</cp:revision>
  <dcterms:created xsi:type="dcterms:W3CDTF">2026-05-04T08:24:36Z</dcterms:created>
  <dcterms:modified xsi:type="dcterms:W3CDTF">2026-05-04T10:16:51Z</dcterms:modified>
</cp:coreProperties>
</file>